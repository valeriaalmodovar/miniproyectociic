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P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09" d="100"/>
          <a:sy n="109" d="100"/>
        </p:scale>
        <p:origin x="7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2ADAE-940D-BF8A-2116-E1FDBBE0D0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ED0263-6EB4-5928-79CC-02AA1C777F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87E251-6091-6671-4971-D35AE82D6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416E94-BAF3-74A0-EFF9-9ACC7CEA8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9B40BB-30AA-B7A0-67F1-8B4D36A10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9891483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CD0F6-5FFE-DDEB-ED45-D8581B5AC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CEB0C-4340-39E4-7739-50BCD32BA2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FA83B6-DCD1-0A84-340F-0F6B24BC3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314366-17A7-12BA-8090-839521D62D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D88390-9BF1-0AED-7E76-2FF6D8852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536476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59DE4-BC7A-3991-3B67-7C510C3C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E3DB8-F97E-8812-3476-742384477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E27F1D-D48C-0377-002E-C96BEE6D0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5C1F2-1DE7-94F7-D8E1-509859D71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66BBDD-5958-5DC0-1010-A931600E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52944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2BE0-9553-7F9A-870E-021061430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71D2DC-EF80-CD63-9AE9-32BD4FDB5F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F00CE3-C6A8-2D85-4C49-BEBA1EE1BA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43DA9-123F-FB8A-4470-F293C1BE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4D434B-6B80-3C54-0146-4FFF2B227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DF165-69D6-88F8-8038-27D35012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106551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E1CB0-8F5B-9857-2563-CA95F4D47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8E1F7-C67D-53F3-51D5-AB0186C161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7E3AA-7724-ABB5-44E2-14B3CCA96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294BBC-2687-A9C8-AD5E-45BA7254F1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BD12E6-136E-9507-5100-15DC8ECEE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699186-80F8-AF86-FB0B-C572A518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2D6F21-43F7-850B-922F-1E2EC3D22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0A4468-D003-36DC-A6C4-9CA919BC9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2271617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336B-FAFE-8AE9-9FB5-A687AA77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DFFDDE-55FB-FBEF-FAF3-CCC1ED21E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74F33A-89EA-CABD-2A5D-81D1B1538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979472-FAA9-A33E-40F9-A0517EF82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4692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EB3274-9D75-810F-DB26-CA162A763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DC9E78-3DF1-17EA-6F92-E17BCF867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EFCA7B-D762-1D2F-95B6-1CFF1C9DC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2886831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D1E77-87DC-00BA-0A22-5676B581D9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E69C6-3360-1034-EA65-206332CE6E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052A05-FB19-2BE2-7521-5E024EFB1C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5752A3-0C41-7284-FD74-2E1F3554C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7D94E-DF3D-ED5A-965C-9A25F1DD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8A5041-0A1F-E325-0BC4-2A8B05EC1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1712909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741CC9-F4D8-9A2A-ACB0-A9D37F750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E8033D-7215-5027-2B92-BFC215B19A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ACD6B-626F-47F0-00EB-97B4A261DF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49CF8-343B-31E3-99C9-3E8FACE4C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DD704-1D06-5C1E-A121-A55D495C2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AFF3A-1C07-8335-2115-60BD4FE0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6125221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DADB4-E398-CED3-25FF-A34141BCA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7B60B-2BCB-9781-9C37-54A5DF3E83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74AF57-9215-B940-F180-52C38A4EC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D2C0D-F350-5FB1-5A97-EB2DB17F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02343-4010-27D0-D20A-6A7C3EC8C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4236270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31EF34-D87D-8DB5-CD40-B6CAD7E798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86ABA-A358-8CAA-FEE0-B117C90D1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935DF9-0075-645E-E3F3-8CF908CAC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8D8DF-F21D-7EDD-10D6-4F34ACF4C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5F576-6604-6298-EBD5-114EA2C49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956055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3ACBBE-880C-E007-C92B-58F2326D2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8E3F48-5E41-E905-D278-BAC0B80C73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DE225-1FC5-9C29-C6CA-8CA4EF9EC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60491B-4C7C-DB4F-95AC-F6744A00D18F}" type="datetimeFigureOut">
              <a:rPr lang="en-PR" smtClean="0"/>
              <a:t>4/12/26</a:t>
            </a:fld>
            <a:endParaRPr lang="en-P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76E732-9E73-5AE9-6B20-6036CF637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D212A-6AD6-8FFE-B2AC-0C521ABF8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9C4F4D-F1AD-F54B-BB02-21FBD21EDCE1}" type="slidenum">
              <a:rPr lang="en-PR" smtClean="0"/>
              <a:t>‹#›</a:t>
            </a:fld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259409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BA5F3-2640-335A-74F9-14BC5B1913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Architectures and Programming Paradigms for Game Development</a:t>
            </a:r>
            <a:endParaRPr lang="en-P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19BD08-8A56-829C-826B-E49DA34584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PR" sz="3500" dirty="0"/>
              <a:t>Mini Proyecto #1</a:t>
            </a:r>
          </a:p>
          <a:p>
            <a:r>
              <a:rPr lang="en-PR" dirty="0"/>
              <a:t>Aaron A. López Muñiz</a:t>
            </a:r>
          </a:p>
          <a:p>
            <a:r>
              <a:rPr lang="en-PR" dirty="0"/>
              <a:t>Valeria S. Almodovár Santiago</a:t>
            </a:r>
          </a:p>
          <a:p>
            <a:r>
              <a:rPr lang="en-PR" dirty="0"/>
              <a:t>Grupo H</a:t>
            </a:r>
          </a:p>
        </p:txBody>
      </p:sp>
    </p:spTree>
    <p:extLst>
      <p:ext uri="{BB962C8B-B14F-4D97-AF65-F5344CB8AC3E}">
        <p14:creationId xmlns:p14="http://schemas.microsoft.com/office/powerpoint/2010/main" val="4077463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01D1C8-B756-7AAE-30F3-9067515C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Animación de personaje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4BF40-7AD0-0298-DA03-8062EEC20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PR" dirty="0"/>
          </a:p>
          <a:p>
            <a:pPr marL="0" indent="0">
              <a:buNone/>
            </a:pPr>
            <a:r>
              <a:rPr lang="en-PR" dirty="0"/>
              <a:t>El personaje es Kirby. Fue animado utilizando12 metasprites; 3 para cada dirección. </a:t>
            </a:r>
          </a:p>
          <a:p>
            <a:pPr marL="0" indent="0">
              <a:buNone/>
            </a:pPr>
            <a:r>
              <a:rPr lang="en-PR" dirty="0"/>
              <a:t>Utiliza 3 colores del palette: $35, $25 y $15.</a:t>
            </a:r>
          </a:p>
        </p:txBody>
      </p:sp>
    </p:spTree>
    <p:extLst>
      <p:ext uri="{BB962C8B-B14F-4D97-AF65-F5344CB8AC3E}">
        <p14:creationId xmlns:p14="http://schemas.microsoft.com/office/powerpoint/2010/main" val="19400816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58FAF-924F-6D4F-4CF8-9C35DAE3A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Movimiento de personaje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C0F5-5ADA-7234-88F4-A92B442FF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R" dirty="0"/>
              <a:t>Kirby se mueve continuamente en la ultima dirección que se presiono hasta que se seleccione una dirección nueva o hasta que haga colisión con el enemigo o una pared.</a:t>
            </a:r>
          </a:p>
          <a:p>
            <a:pPr marL="0" indent="0">
              <a:buNone/>
            </a:pPr>
            <a:r>
              <a:rPr lang="en-PR" dirty="0"/>
              <a:t>Para cambiar la dirección de Kirby se utiliza los botones del control del NES. Sin embargo, ya que se emula los botones pueden variar.</a:t>
            </a:r>
          </a:p>
          <a:p>
            <a:pPr marL="0" indent="0">
              <a:buNone/>
            </a:pPr>
            <a:r>
              <a:rPr lang="en-PR" dirty="0"/>
              <a:t>Por ejemplo:</a:t>
            </a:r>
          </a:p>
          <a:p>
            <a:pPr marL="0" indent="0">
              <a:buNone/>
            </a:pPr>
            <a:r>
              <a:rPr lang="en-PR" dirty="0"/>
              <a:t>	Fleshas en el teclado, WASD, etc.</a:t>
            </a:r>
          </a:p>
        </p:txBody>
      </p:sp>
    </p:spTree>
    <p:extLst>
      <p:ext uri="{BB962C8B-B14F-4D97-AF65-F5344CB8AC3E}">
        <p14:creationId xmlns:p14="http://schemas.microsoft.com/office/powerpoint/2010/main" val="1584693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17FB7-73FE-F9C2-33BE-1C98BC87E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Aumento de velocidad del personaje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1017E-B5FD-AFF0-4DBD-0452F6000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PR" dirty="0"/>
              <a:t>La velocidad inicial de Kirby es de ____. Cada vez que recoge una moneda el valor disminuye, aumentando su velocidad. </a:t>
            </a:r>
            <a:r>
              <a:rPr lang="en-PR"/>
              <a:t>*Luego de ____ monedas, alcanza su valor maximo.*</a:t>
            </a:r>
          </a:p>
        </p:txBody>
      </p:sp>
    </p:spTree>
    <p:extLst>
      <p:ext uri="{BB962C8B-B14F-4D97-AF65-F5344CB8AC3E}">
        <p14:creationId xmlns:p14="http://schemas.microsoft.com/office/powerpoint/2010/main" val="1053651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801EA-3085-DF93-ECCC-25BD5F4D70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Posición de moneda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A4F61-2E23-9E02-C3A6-29F5D0AC3C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8819116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CC3FA-06E0-3B6F-EA89-87489FBFC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Background y compresión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FE592-886A-DD26-812A-B5DDD3990F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7057430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36EBE-708E-9910-4E24-C8E37E047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Perdida de vidas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AF91A-10F7-5228-02DE-BD38F49844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43983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05086-1BA5-F7BC-48EE-50190EDBF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Posición del enemigo y “pathfinding”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59842-FF36-BF1A-BFDF-9DBCA1D12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3288426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3909E-DEC4-E0E5-DA50-EB27143E56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Movimiento del enemigo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2CD4F-FCBC-C50A-392B-00A4B68F9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3111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0BE28-19DD-2F6B-08BB-92D5BF85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R" dirty="0"/>
              <a:t>Pausa del juego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0FA57-2205-E39F-9C73-3F4FB826D1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PR"/>
          </a:p>
        </p:txBody>
      </p:sp>
    </p:spTree>
    <p:extLst>
      <p:ext uri="{BB962C8B-B14F-4D97-AF65-F5344CB8AC3E}">
        <p14:creationId xmlns:p14="http://schemas.microsoft.com/office/powerpoint/2010/main" val="1966366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189</Words>
  <Application>Microsoft Macintosh PowerPoint</Application>
  <PresentationFormat>Widescreen</PresentationFormat>
  <Paragraphs>22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Architectures and Programming Paradigms for Game Development</vt:lpstr>
      <vt:lpstr>Animación de personaje</vt:lpstr>
      <vt:lpstr>Movimiento de personaje</vt:lpstr>
      <vt:lpstr>Aumento de velocidad del personaje</vt:lpstr>
      <vt:lpstr>Posición de moneda</vt:lpstr>
      <vt:lpstr>Background y compresión</vt:lpstr>
      <vt:lpstr>Perdida de vidas</vt:lpstr>
      <vt:lpstr>Posición del enemigo y “pathfinding”</vt:lpstr>
      <vt:lpstr>Movimiento del enemigo</vt:lpstr>
      <vt:lpstr>Pausa del juego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AARON A LOPEZ-MUNIZ</dc:creator>
  <cp:lastModifiedBy>AARON A LOPEZ-MUNIZ</cp:lastModifiedBy>
  <cp:revision>4</cp:revision>
  <dcterms:created xsi:type="dcterms:W3CDTF">2026-04-12T23:37:32Z</dcterms:created>
  <dcterms:modified xsi:type="dcterms:W3CDTF">2026-04-13T01:13:41Z</dcterms:modified>
</cp:coreProperties>
</file>