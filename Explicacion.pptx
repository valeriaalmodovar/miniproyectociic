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80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4" r:id="rId9"/>
    <p:sldId id="263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665"/>
    <p:restoredTop sz="94694"/>
  </p:normalViewPr>
  <p:slideViewPr>
    <p:cSldViewPr snapToGrid="0">
      <p:cViewPr varScale="1">
        <p:scale>
          <a:sx n="110" d="100"/>
          <a:sy n="110" d="100"/>
        </p:scale>
        <p:origin x="200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P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0491B-4C7C-DB4F-95AC-F6744A00D18F}" type="datetimeFigureOut">
              <a:rPr lang="en-PR" smtClean="0"/>
              <a:t>4/13/26</a:t>
            </a:fld>
            <a:endParaRPr lang="en-P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9C4F4D-F1AD-F54B-BB02-21FBD21EDCE1}" type="slidenum">
              <a:rPr lang="en-PR" smtClean="0"/>
              <a:t>‹#›</a:t>
            </a:fld>
            <a:endParaRPr lang="en-PR"/>
          </a:p>
        </p:txBody>
      </p:sp>
    </p:spTree>
    <p:extLst>
      <p:ext uri="{BB962C8B-B14F-4D97-AF65-F5344CB8AC3E}">
        <p14:creationId xmlns:p14="http://schemas.microsoft.com/office/powerpoint/2010/main" val="4161055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0491B-4C7C-DB4F-95AC-F6744A00D18F}" type="datetimeFigureOut">
              <a:rPr lang="en-PR" smtClean="0"/>
              <a:t>4/13/26</a:t>
            </a:fld>
            <a:endParaRPr lang="en-P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9C4F4D-F1AD-F54B-BB02-21FBD21EDCE1}" type="slidenum">
              <a:rPr lang="en-PR" smtClean="0"/>
              <a:t>‹#›</a:t>
            </a:fld>
            <a:endParaRPr lang="en-PR"/>
          </a:p>
        </p:txBody>
      </p:sp>
    </p:spTree>
    <p:extLst>
      <p:ext uri="{BB962C8B-B14F-4D97-AF65-F5344CB8AC3E}">
        <p14:creationId xmlns:p14="http://schemas.microsoft.com/office/powerpoint/2010/main" val="3779349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0491B-4C7C-DB4F-95AC-F6744A00D18F}" type="datetimeFigureOut">
              <a:rPr lang="en-PR" smtClean="0"/>
              <a:t>4/13/26</a:t>
            </a:fld>
            <a:endParaRPr lang="en-P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9C4F4D-F1AD-F54B-BB02-21FBD21EDCE1}" type="slidenum">
              <a:rPr lang="en-PR" smtClean="0"/>
              <a:t>‹#›</a:t>
            </a:fld>
            <a:endParaRPr lang="en-PR"/>
          </a:p>
        </p:txBody>
      </p:sp>
    </p:spTree>
    <p:extLst>
      <p:ext uri="{BB962C8B-B14F-4D97-AF65-F5344CB8AC3E}">
        <p14:creationId xmlns:p14="http://schemas.microsoft.com/office/powerpoint/2010/main" val="7105055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0491B-4C7C-DB4F-95AC-F6744A00D18F}" type="datetimeFigureOut">
              <a:rPr lang="en-PR" smtClean="0"/>
              <a:t>4/13/26</a:t>
            </a:fld>
            <a:endParaRPr lang="en-P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9C4F4D-F1AD-F54B-BB02-21FBD21EDCE1}" type="slidenum">
              <a:rPr lang="en-PR" smtClean="0"/>
              <a:t>‹#›</a:t>
            </a:fld>
            <a:endParaRPr lang="en-PR"/>
          </a:p>
        </p:txBody>
      </p:sp>
    </p:spTree>
    <p:extLst>
      <p:ext uri="{BB962C8B-B14F-4D97-AF65-F5344CB8AC3E}">
        <p14:creationId xmlns:p14="http://schemas.microsoft.com/office/powerpoint/2010/main" val="38610521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0491B-4C7C-DB4F-95AC-F6744A00D18F}" type="datetimeFigureOut">
              <a:rPr lang="en-PR" smtClean="0"/>
              <a:t>4/13/26</a:t>
            </a:fld>
            <a:endParaRPr lang="en-P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9C4F4D-F1AD-F54B-BB02-21FBD21EDCE1}" type="slidenum">
              <a:rPr lang="en-PR" smtClean="0"/>
              <a:t>‹#›</a:t>
            </a:fld>
            <a:endParaRPr lang="en-PR"/>
          </a:p>
        </p:txBody>
      </p:sp>
    </p:spTree>
    <p:extLst>
      <p:ext uri="{BB962C8B-B14F-4D97-AF65-F5344CB8AC3E}">
        <p14:creationId xmlns:p14="http://schemas.microsoft.com/office/powerpoint/2010/main" val="3676865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0491B-4C7C-DB4F-95AC-F6744A00D18F}" type="datetimeFigureOut">
              <a:rPr lang="en-PR" smtClean="0"/>
              <a:t>4/13/26</a:t>
            </a:fld>
            <a:endParaRPr lang="en-P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9C4F4D-F1AD-F54B-BB02-21FBD21EDCE1}" type="slidenum">
              <a:rPr lang="en-PR" smtClean="0"/>
              <a:t>‹#›</a:t>
            </a:fld>
            <a:endParaRPr lang="en-PR"/>
          </a:p>
        </p:txBody>
      </p:sp>
    </p:spTree>
    <p:extLst>
      <p:ext uri="{BB962C8B-B14F-4D97-AF65-F5344CB8AC3E}">
        <p14:creationId xmlns:p14="http://schemas.microsoft.com/office/powerpoint/2010/main" val="31203747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0491B-4C7C-DB4F-95AC-F6744A00D18F}" type="datetimeFigureOut">
              <a:rPr lang="en-PR" smtClean="0"/>
              <a:t>4/13/26</a:t>
            </a:fld>
            <a:endParaRPr lang="en-P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9C4F4D-F1AD-F54B-BB02-21FBD21EDCE1}" type="slidenum">
              <a:rPr lang="en-PR" smtClean="0"/>
              <a:t>‹#›</a:t>
            </a:fld>
            <a:endParaRPr lang="en-PR"/>
          </a:p>
        </p:txBody>
      </p:sp>
    </p:spTree>
    <p:extLst>
      <p:ext uri="{BB962C8B-B14F-4D97-AF65-F5344CB8AC3E}">
        <p14:creationId xmlns:p14="http://schemas.microsoft.com/office/powerpoint/2010/main" val="19704914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0491B-4C7C-DB4F-95AC-F6744A00D18F}" type="datetimeFigureOut">
              <a:rPr lang="en-PR" smtClean="0"/>
              <a:t>4/13/26</a:t>
            </a:fld>
            <a:endParaRPr lang="en-P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9C4F4D-F1AD-F54B-BB02-21FBD21EDCE1}" type="slidenum">
              <a:rPr lang="en-PR" smtClean="0"/>
              <a:t>‹#›</a:t>
            </a:fld>
            <a:endParaRPr lang="en-PR"/>
          </a:p>
        </p:txBody>
      </p:sp>
    </p:spTree>
    <p:extLst>
      <p:ext uri="{BB962C8B-B14F-4D97-AF65-F5344CB8AC3E}">
        <p14:creationId xmlns:p14="http://schemas.microsoft.com/office/powerpoint/2010/main" val="20638007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2660491B-4C7C-DB4F-95AC-F6744A00D18F}" type="datetimeFigureOut">
              <a:rPr lang="en-PR" smtClean="0"/>
              <a:t>4/13/26</a:t>
            </a:fld>
            <a:endParaRPr lang="en-P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P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349C4F4D-F1AD-F54B-BB02-21FBD21EDCE1}" type="slidenum">
              <a:rPr lang="en-PR" smtClean="0"/>
              <a:t>‹#›</a:t>
            </a:fld>
            <a:endParaRPr lang="en-PR"/>
          </a:p>
        </p:txBody>
      </p:sp>
    </p:spTree>
    <p:extLst>
      <p:ext uri="{BB962C8B-B14F-4D97-AF65-F5344CB8AC3E}">
        <p14:creationId xmlns:p14="http://schemas.microsoft.com/office/powerpoint/2010/main" val="13450785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0491B-4C7C-DB4F-95AC-F6744A00D18F}" type="datetimeFigureOut">
              <a:rPr lang="en-PR" smtClean="0"/>
              <a:t>4/13/26</a:t>
            </a:fld>
            <a:endParaRPr lang="en-P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9C4F4D-F1AD-F54B-BB02-21FBD21EDCE1}" type="slidenum">
              <a:rPr lang="en-PR" smtClean="0"/>
              <a:t>‹#›</a:t>
            </a:fld>
            <a:endParaRPr lang="en-PR"/>
          </a:p>
        </p:txBody>
      </p:sp>
    </p:spTree>
    <p:extLst>
      <p:ext uri="{BB962C8B-B14F-4D97-AF65-F5344CB8AC3E}">
        <p14:creationId xmlns:p14="http://schemas.microsoft.com/office/powerpoint/2010/main" val="2420502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0491B-4C7C-DB4F-95AC-F6744A00D18F}" type="datetimeFigureOut">
              <a:rPr lang="en-PR" smtClean="0"/>
              <a:t>4/13/26</a:t>
            </a:fld>
            <a:endParaRPr lang="en-P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9C4F4D-F1AD-F54B-BB02-21FBD21EDCE1}" type="slidenum">
              <a:rPr lang="en-PR" smtClean="0"/>
              <a:t>‹#›</a:t>
            </a:fld>
            <a:endParaRPr lang="en-PR"/>
          </a:p>
        </p:txBody>
      </p:sp>
    </p:spTree>
    <p:extLst>
      <p:ext uri="{BB962C8B-B14F-4D97-AF65-F5344CB8AC3E}">
        <p14:creationId xmlns:p14="http://schemas.microsoft.com/office/powerpoint/2010/main" val="21196620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0491B-4C7C-DB4F-95AC-F6744A00D18F}" type="datetimeFigureOut">
              <a:rPr lang="en-PR" smtClean="0"/>
              <a:t>4/13/26</a:t>
            </a:fld>
            <a:endParaRPr lang="en-P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9C4F4D-F1AD-F54B-BB02-21FBD21EDCE1}" type="slidenum">
              <a:rPr lang="en-PR" smtClean="0"/>
              <a:t>‹#›</a:t>
            </a:fld>
            <a:endParaRPr lang="en-PR"/>
          </a:p>
        </p:txBody>
      </p:sp>
    </p:spTree>
    <p:extLst>
      <p:ext uri="{BB962C8B-B14F-4D97-AF65-F5344CB8AC3E}">
        <p14:creationId xmlns:p14="http://schemas.microsoft.com/office/powerpoint/2010/main" val="41081880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0491B-4C7C-DB4F-95AC-F6744A00D18F}" type="datetimeFigureOut">
              <a:rPr lang="en-PR" smtClean="0"/>
              <a:t>4/13/26</a:t>
            </a:fld>
            <a:endParaRPr lang="en-P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9C4F4D-F1AD-F54B-BB02-21FBD21EDCE1}" type="slidenum">
              <a:rPr lang="en-PR" smtClean="0"/>
              <a:t>‹#›</a:t>
            </a:fld>
            <a:endParaRPr lang="en-PR"/>
          </a:p>
        </p:txBody>
      </p:sp>
    </p:spTree>
    <p:extLst>
      <p:ext uri="{BB962C8B-B14F-4D97-AF65-F5344CB8AC3E}">
        <p14:creationId xmlns:p14="http://schemas.microsoft.com/office/powerpoint/2010/main" val="9608641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0491B-4C7C-DB4F-95AC-F6744A00D18F}" type="datetimeFigureOut">
              <a:rPr lang="en-PR" smtClean="0"/>
              <a:t>4/13/26</a:t>
            </a:fld>
            <a:endParaRPr lang="en-P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9C4F4D-F1AD-F54B-BB02-21FBD21EDCE1}" type="slidenum">
              <a:rPr lang="en-PR" smtClean="0"/>
              <a:t>‹#›</a:t>
            </a:fld>
            <a:endParaRPr lang="en-PR"/>
          </a:p>
        </p:txBody>
      </p:sp>
    </p:spTree>
    <p:extLst>
      <p:ext uri="{BB962C8B-B14F-4D97-AF65-F5344CB8AC3E}">
        <p14:creationId xmlns:p14="http://schemas.microsoft.com/office/powerpoint/2010/main" val="25646861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P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2660491B-4C7C-DB4F-95AC-F6744A00D18F}" type="datetimeFigureOut">
              <a:rPr lang="en-PR" smtClean="0"/>
              <a:t>4/13/26</a:t>
            </a:fld>
            <a:endParaRPr lang="en-P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fld id="{349C4F4D-F1AD-F54B-BB02-21FBD21EDCE1}" type="slidenum">
              <a:rPr lang="en-PR" smtClean="0"/>
              <a:t>‹#›</a:t>
            </a:fld>
            <a:endParaRPr lang="en-PR"/>
          </a:p>
        </p:txBody>
      </p:sp>
    </p:spTree>
    <p:extLst>
      <p:ext uri="{BB962C8B-B14F-4D97-AF65-F5344CB8AC3E}">
        <p14:creationId xmlns:p14="http://schemas.microsoft.com/office/powerpoint/2010/main" val="200214787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  <p:sldLayoutId id="2147483792" r:id="rId12"/>
    <p:sldLayoutId id="2147483793" r:id="rId13"/>
    <p:sldLayoutId id="2147483794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BA5F3-2640-335A-74F9-14BC5B19138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Architectures and Programming Paradigms for Game Development</a:t>
            </a:r>
            <a:endParaRPr lang="en-P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19BD08-8A56-829C-826B-E49DA345842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r>
              <a:rPr lang="en-P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Mini Proyecto #1</a:t>
            </a:r>
          </a:p>
          <a:p>
            <a:r>
              <a:rPr lang="en-P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Aaron A. López Muñiz</a:t>
            </a:r>
          </a:p>
          <a:p>
            <a:r>
              <a:rPr lang="en-P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Valeria S. Almodovár Santiago</a:t>
            </a:r>
          </a:p>
          <a:p>
            <a:r>
              <a:rPr lang="en-P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Grupo H</a:t>
            </a:r>
          </a:p>
        </p:txBody>
      </p:sp>
    </p:spTree>
    <p:extLst>
      <p:ext uri="{BB962C8B-B14F-4D97-AF65-F5344CB8AC3E}">
        <p14:creationId xmlns:p14="http://schemas.microsoft.com/office/powerpoint/2010/main" val="4077463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1D1C8-B756-7AAE-30F3-9067515CE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R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Animación de personaje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4BF40-7AD0-0298-DA03-8062EEC20B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El </a:t>
            </a:r>
            <a:r>
              <a:rPr lang="en-US" sz="2400" dirty="0" err="1"/>
              <a:t>personaje</a:t>
            </a:r>
            <a:r>
              <a:rPr lang="en-US" sz="2400" dirty="0"/>
              <a:t> es un </a:t>
            </a:r>
            <a:r>
              <a:rPr lang="en-US" sz="2400" dirty="0" err="1"/>
              <a:t>metasprite</a:t>
            </a:r>
            <a:r>
              <a:rPr lang="en-US" sz="2400" dirty="0"/>
              <a:t> (2x2).</a:t>
            </a:r>
          </a:p>
          <a:p>
            <a:r>
              <a:rPr lang="en-US" sz="2400" dirty="0"/>
              <a:t>Tiene </a:t>
            </a:r>
            <a:r>
              <a:rPr lang="en-US" sz="2400" dirty="0" err="1"/>
              <a:t>animación</a:t>
            </a:r>
            <a:r>
              <a:rPr lang="en-US" sz="2400" dirty="0"/>
              <a:t> con </a:t>
            </a:r>
            <a:r>
              <a:rPr lang="en-US" sz="2400" dirty="0" err="1"/>
              <a:t>varios</a:t>
            </a:r>
            <a:r>
              <a:rPr lang="en-US" sz="2400" dirty="0"/>
              <a:t> frames.</a:t>
            </a:r>
          </a:p>
          <a:p>
            <a:r>
              <a:rPr lang="en-US" sz="2400" dirty="0"/>
              <a:t>Se </a:t>
            </a:r>
            <a:r>
              <a:rPr lang="en-US" sz="2400" dirty="0" err="1"/>
              <a:t>mueve</a:t>
            </a:r>
            <a:r>
              <a:rPr lang="en-US" sz="2400" dirty="0"/>
              <a:t> </a:t>
            </a:r>
            <a:r>
              <a:rPr lang="en-US" sz="2400" dirty="0" err="1"/>
              <a:t>en</a:t>
            </a:r>
            <a:r>
              <a:rPr lang="en-US" sz="2400" dirty="0"/>
              <a:t> 4 </a:t>
            </a:r>
            <a:r>
              <a:rPr lang="en-US" sz="2400" dirty="0" err="1"/>
              <a:t>direcciones</a:t>
            </a:r>
            <a:r>
              <a:rPr lang="en-US" sz="2400" dirty="0"/>
              <a:t>.</a:t>
            </a:r>
          </a:p>
          <a:p>
            <a:r>
              <a:rPr lang="en-US" sz="2400" dirty="0" err="1"/>
              <a:t>Usa</a:t>
            </a:r>
            <a:r>
              <a:rPr lang="en-US" sz="2400" dirty="0"/>
              <a:t> </a:t>
            </a:r>
            <a:r>
              <a:rPr lang="en-US" sz="2400" dirty="0" err="1"/>
              <a:t>varios</a:t>
            </a:r>
            <a:r>
              <a:rPr lang="en-US" sz="2400" dirty="0"/>
              <a:t> </a:t>
            </a:r>
            <a:r>
              <a:rPr lang="en-US" sz="2400" dirty="0" err="1"/>
              <a:t>colores</a:t>
            </a:r>
            <a:r>
              <a:rPr lang="en-US" sz="2400" dirty="0"/>
              <a:t> del palette.</a:t>
            </a:r>
            <a:endParaRPr lang="en-P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F1E2A1-34FB-FAE1-3D71-17C9F093C4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9283" y="5822121"/>
            <a:ext cx="992717" cy="1035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00816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58FAF-924F-6D4F-4CF8-9C35DAE3A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R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Movimiento de personaje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83C0F5-5ADA-7234-88F4-A92B442FF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El </a:t>
            </a:r>
            <a:r>
              <a:rPr lang="en-US" sz="2400" dirty="0" err="1"/>
              <a:t>jugador</a:t>
            </a:r>
            <a:r>
              <a:rPr lang="en-US" sz="2400" dirty="0"/>
              <a:t> se </a:t>
            </a:r>
            <a:r>
              <a:rPr lang="en-US" sz="2400" dirty="0" err="1"/>
              <a:t>mueve</a:t>
            </a:r>
            <a:r>
              <a:rPr lang="en-US" sz="2400" dirty="0"/>
              <a:t> </a:t>
            </a:r>
            <a:r>
              <a:rPr lang="en-US" sz="2400" dirty="0" err="1"/>
              <a:t>constantemente</a:t>
            </a:r>
            <a:r>
              <a:rPr lang="en-US" sz="2400" dirty="0"/>
              <a:t>.</a:t>
            </a:r>
          </a:p>
          <a:p>
            <a:r>
              <a:rPr lang="en-US" sz="2400" dirty="0"/>
              <a:t>Las </a:t>
            </a:r>
            <a:r>
              <a:rPr lang="en-US" sz="2400" dirty="0" err="1"/>
              <a:t>flechas</a:t>
            </a:r>
            <a:r>
              <a:rPr lang="en-US" sz="2400" dirty="0"/>
              <a:t> </a:t>
            </a:r>
            <a:r>
              <a:rPr lang="en-US" sz="2400" dirty="0" err="1"/>
              <a:t>cambian</a:t>
            </a:r>
            <a:r>
              <a:rPr lang="en-US" sz="2400" dirty="0"/>
              <a:t> la </a:t>
            </a:r>
            <a:r>
              <a:rPr lang="en-US" sz="2400" dirty="0" err="1"/>
              <a:t>dirección</a:t>
            </a:r>
            <a:r>
              <a:rPr lang="en-US" sz="2400" dirty="0"/>
              <a:t>.</a:t>
            </a:r>
          </a:p>
          <a:p>
            <a:r>
              <a:rPr lang="en-US" sz="2400" dirty="0"/>
              <a:t>Se </a:t>
            </a:r>
            <a:r>
              <a:rPr lang="en-US" sz="2400" dirty="0" err="1"/>
              <a:t>mueve</a:t>
            </a:r>
            <a:r>
              <a:rPr lang="en-US" sz="2400" dirty="0"/>
              <a:t> </a:t>
            </a:r>
            <a:r>
              <a:rPr lang="en-US" sz="2400" dirty="0" err="1"/>
              <a:t>por</a:t>
            </a:r>
            <a:r>
              <a:rPr lang="en-US" sz="2400" dirty="0"/>
              <a:t> </a:t>
            </a:r>
            <a:r>
              <a:rPr lang="en-US" sz="2400" dirty="0" err="1"/>
              <a:t>bloques</a:t>
            </a:r>
            <a:r>
              <a:rPr lang="en-US" sz="2400" dirty="0"/>
              <a:t> (tile </a:t>
            </a:r>
            <a:r>
              <a:rPr lang="en-US" sz="2400" dirty="0" err="1"/>
              <a:t>por</a:t>
            </a:r>
            <a:r>
              <a:rPr lang="en-US" sz="2400" dirty="0"/>
              <a:t> tile).</a:t>
            </a:r>
          </a:p>
          <a:p>
            <a:r>
              <a:rPr lang="en-US" sz="2400" dirty="0"/>
              <a:t>Antes de </a:t>
            </a:r>
            <a:r>
              <a:rPr lang="en-US" sz="2400" dirty="0" err="1"/>
              <a:t>moverse</a:t>
            </a:r>
            <a:r>
              <a:rPr lang="en-US" sz="2400" dirty="0"/>
              <a:t>, </a:t>
            </a:r>
            <a:r>
              <a:rPr lang="en-US" sz="2400" dirty="0" err="1"/>
              <a:t>verifica</a:t>
            </a:r>
            <a:r>
              <a:rPr lang="en-US" sz="2400" dirty="0"/>
              <a:t> </a:t>
            </a:r>
            <a:r>
              <a:rPr lang="en-US" sz="2400" dirty="0" err="1"/>
              <a:t>si</a:t>
            </a:r>
            <a:r>
              <a:rPr lang="en-US" sz="2400" dirty="0"/>
              <a:t> </a:t>
            </a:r>
            <a:r>
              <a:rPr lang="en-US" sz="2400" dirty="0" err="1"/>
              <a:t>puede</a:t>
            </a:r>
            <a:r>
              <a:rPr lang="en-US" sz="2400" dirty="0"/>
              <a:t> pasar</a:t>
            </a:r>
            <a:endParaRPr lang="en-PR" sz="2400" dirty="0"/>
          </a:p>
        </p:txBody>
      </p:sp>
    </p:spTree>
    <p:extLst>
      <p:ext uri="{BB962C8B-B14F-4D97-AF65-F5344CB8AC3E}">
        <p14:creationId xmlns:p14="http://schemas.microsoft.com/office/powerpoint/2010/main" val="15846934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17FB7-73FE-F9C2-33BE-1C98BC87E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R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Aumento de velocidad del personaje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61017E-B5FD-AFF0-4DBD-0452F60005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 err="1"/>
              <a:t>Empieza</a:t>
            </a:r>
            <a:r>
              <a:rPr lang="en-US" sz="2400" dirty="0"/>
              <a:t> con </a:t>
            </a:r>
            <a:r>
              <a:rPr lang="en-US" sz="2400" dirty="0" err="1"/>
              <a:t>una</a:t>
            </a:r>
            <a:r>
              <a:rPr lang="en-US" sz="2400" dirty="0"/>
              <a:t> </a:t>
            </a:r>
            <a:r>
              <a:rPr lang="en-US" sz="2400" dirty="0" err="1"/>
              <a:t>velocidad</a:t>
            </a:r>
            <a:r>
              <a:rPr lang="en-US" sz="2400" dirty="0"/>
              <a:t> lenta.</a:t>
            </a:r>
          </a:p>
          <a:p>
            <a:r>
              <a:rPr lang="en-US" sz="2400" dirty="0"/>
              <a:t>Al </a:t>
            </a:r>
            <a:r>
              <a:rPr lang="en-US" sz="2400" dirty="0" err="1"/>
              <a:t>recoger</a:t>
            </a:r>
            <a:r>
              <a:rPr lang="en-US" sz="2400" dirty="0"/>
              <a:t> </a:t>
            </a:r>
            <a:r>
              <a:rPr lang="en-US" sz="2400" dirty="0" err="1"/>
              <a:t>monedas</a:t>
            </a:r>
            <a:r>
              <a:rPr lang="en-US" sz="2400" dirty="0"/>
              <a:t>, </a:t>
            </a:r>
            <a:r>
              <a:rPr lang="en-US" sz="2400" dirty="0" err="1"/>
              <a:t>aumenta</a:t>
            </a:r>
            <a:r>
              <a:rPr lang="en-US" sz="2400" dirty="0"/>
              <a:t> la </a:t>
            </a:r>
            <a:r>
              <a:rPr lang="en-US" sz="2400" dirty="0" err="1"/>
              <a:t>velocidad</a:t>
            </a:r>
            <a:r>
              <a:rPr lang="en-US" sz="2400" dirty="0"/>
              <a:t>.</a:t>
            </a:r>
          </a:p>
          <a:p>
            <a:r>
              <a:rPr lang="en-US" sz="2400" dirty="0"/>
              <a:t>Se </a:t>
            </a:r>
            <a:r>
              <a:rPr lang="en-US" sz="2400" dirty="0" err="1"/>
              <a:t>controla</a:t>
            </a:r>
            <a:r>
              <a:rPr lang="en-US" sz="2400" dirty="0"/>
              <a:t> con un </a:t>
            </a:r>
            <a:r>
              <a:rPr lang="en-US" sz="2400" dirty="0" err="1"/>
              <a:t>sistema</a:t>
            </a:r>
            <a:r>
              <a:rPr lang="en-US" sz="2400" dirty="0"/>
              <a:t> de </a:t>
            </a:r>
            <a:r>
              <a:rPr lang="en-US" sz="2400" dirty="0" err="1"/>
              <a:t>tiempo</a:t>
            </a:r>
            <a:r>
              <a:rPr lang="en-US" sz="2400" dirty="0"/>
              <a:t> de </a:t>
            </a:r>
            <a:r>
              <a:rPr lang="en-US" sz="2400" dirty="0" err="1"/>
              <a:t>retraso</a:t>
            </a:r>
            <a:r>
              <a:rPr lang="en-US" sz="2400" dirty="0"/>
              <a:t>.</a:t>
            </a:r>
            <a:endParaRPr lang="en-P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36517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801EA-3085-DF93-ECCC-25BD5F4D7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R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Posición de moneda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4A4F61-2E23-9E02-C3A6-29F5D0AC3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La </a:t>
            </a:r>
            <a:r>
              <a:rPr lang="en-US" sz="2400" dirty="0" err="1"/>
              <a:t>moneda</a:t>
            </a:r>
            <a:r>
              <a:rPr lang="en-US" sz="2400" dirty="0"/>
              <a:t> </a:t>
            </a:r>
            <a:r>
              <a:rPr lang="en-US" sz="2400" dirty="0" err="1"/>
              <a:t>aparece</a:t>
            </a:r>
            <a:r>
              <a:rPr lang="en-US" sz="2400" dirty="0"/>
              <a:t> </a:t>
            </a:r>
            <a:r>
              <a:rPr lang="en-US" sz="2400" dirty="0" err="1"/>
              <a:t>en</a:t>
            </a:r>
            <a:r>
              <a:rPr lang="en-US" sz="2400" dirty="0"/>
              <a:t> </a:t>
            </a:r>
            <a:r>
              <a:rPr lang="en-US" sz="2400" dirty="0" err="1"/>
              <a:t>posiciones</a:t>
            </a:r>
            <a:r>
              <a:rPr lang="en-US" sz="2400" dirty="0"/>
              <a:t> </a:t>
            </a:r>
            <a:r>
              <a:rPr lang="en-US" sz="2400" dirty="0" err="1"/>
              <a:t>aleatorias</a:t>
            </a:r>
            <a:r>
              <a:rPr lang="en-US" sz="2400" dirty="0"/>
              <a:t> </a:t>
            </a:r>
            <a:r>
              <a:rPr lang="en-US" sz="2400" dirty="0" err="1"/>
              <a:t>predefinidas</a:t>
            </a:r>
            <a:r>
              <a:rPr lang="en-US" sz="2400" dirty="0"/>
              <a:t>.</a:t>
            </a:r>
          </a:p>
          <a:p>
            <a:r>
              <a:rPr lang="en-US" sz="2400" dirty="0"/>
              <a:t>Se </a:t>
            </a:r>
            <a:r>
              <a:rPr lang="en-US" sz="2400" dirty="0" err="1"/>
              <a:t>elige</a:t>
            </a:r>
            <a:r>
              <a:rPr lang="en-US" sz="2400" dirty="0"/>
              <a:t> </a:t>
            </a:r>
            <a:r>
              <a:rPr lang="en-US" sz="2400" dirty="0" err="1"/>
              <a:t>una</a:t>
            </a:r>
            <a:r>
              <a:rPr lang="en-US" sz="2400" dirty="0"/>
              <a:t> </a:t>
            </a:r>
            <a:r>
              <a:rPr lang="en-US" sz="2400" dirty="0" err="1"/>
              <a:t>posición</a:t>
            </a:r>
            <a:r>
              <a:rPr lang="en-US" sz="2400" dirty="0"/>
              <a:t> al azar.</a:t>
            </a:r>
          </a:p>
          <a:p>
            <a:r>
              <a:rPr lang="en-US" sz="2400" dirty="0"/>
              <a:t>Se </a:t>
            </a:r>
            <a:r>
              <a:rPr lang="en-US" sz="2400" dirty="0" err="1"/>
              <a:t>verifica</a:t>
            </a:r>
            <a:r>
              <a:rPr lang="en-US" sz="2400" dirty="0"/>
              <a:t> que no </a:t>
            </a:r>
            <a:r>
              <a:rPr lang="en-US" sz="2400" dirty="0" err="1"/>
              <a:t>esté</a:t>
            </a:r>
            <a:r>
              <a:rPr lang="en-US" sz="2400" dirty="0"/>
              <a:t> </a:t>
            </a:r>
            <a:r>
              <a:rPr lang="en-US" sz="2400" dirty="0" err="1"/>
              <a:t>en</a:t>
            </a:r>
            <a:r>
              <a:rPr lang="en-US" sz="2400" dirty="0"/>
              <a:t> </a:t>
            </a:r>
            <a:r>
              <a:rPr lang="en-US" sz="2400" dirty="0" err="1"/>
              <a:t>una</a:t>
            </a:r>
            <a:r>
              <a:rPr lang="en-US" sz="2400" dirty="0"/>
              <a:t> pared.</a:t>
            </a:r>
          </a:p>
          <a:p>
            <a:r>
              <a:rPr lang="en-US" sz="2400" dirty="0"/>
              <a:t>Si no es </a:t>
            </a:r>
            <a:r>
              <a:rPr lang="en-US" sz="2400" dirty="0" err="1"/>
              <a:t>válida</a:t>
            </a:r>
            <a:r>
              <a:rPr lang="en-US" sz="2400" dirty="0"/>
              <a:t>, se </a:t>
            </a:r>
            <a:r>
              <a:rPr lang="en-US" sz="2400" dirty="0" err="1"/>
              <a:t>escoge</a:t>
            </a:r>
            <a:r>
              <a:rPr lang="en-US" sz="2400" dirty="0"/>
              <a:t> </a:t>
            </a:r>
            <a:r>
              <a:rPr lang="en-US" sz="2400" dirty="0" err="1"/>
              <a:t>otra</a:t>
            </a:r>
            <a:r>
              <a:rPr lang="en-US" sz="2400" dirty="0"/>
              <a:t>.</a:t>
            </a:r>
            <a:endParaRPr lang="en-P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5E8D0D-DC12-C3B0-DA1A-BD3349159C2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020"/>
          <a:stretch/>
        </p:blipFill>
        <p:spPr>
          <a:xfrm>
            <a:off x="9866219" y="4383481"/>
            <a:ext cx="1507067" cy="1475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9116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CC3FA-06E0-3B6F-EA89-87489FBFC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R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Background y compresión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2FE592-886A-DD26-812A-B5DDD3990F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effectLst/>
              </a:rPr>
              <a:t>El </a:t>
            </a:r>
            <a:r>
              <a:rPr lang="en-US" sz="2400" b="0" i="0" u="none" strike="noStrike" dirty="0" err="1">
                <a:effectLst/>
              </a:rPr>
              <a:t>mapa</a:t>
            </a:r>
            <a:r>
              <a:rPr lang="en-US" sz="2400" b="0" i="0" u="none" strike="noStrike" dirty="0">
                <a:effectLst/>
              </a:rPr>
              <a:t> </a:t>
            </a:r>
            <a:r>
              <a:rPr lang="en-US" sz="2400" b="0" i="0" u="none" strike="noStrike" dirty="0" err="1">
                <a:effectLst/>
              </a:rPr>
              <a:t>usa</a:t>
            </a:r>
            <a:r>
              <a:rPr lang="en-US" sz="2400" b="0" i="0" u="none" strike="noStrike" dirty="0">
                <a:effectLst/>
              </a:rPr>
              <a:t> tiles de un </a:t>
            </a:r>
            <a:r>
              <a:rPr lang="en-US" sz="2400" b="0" i="0" u="none" strike="noStrike" dirty="0" err="1">
                <a:effectLst/>
              </a:rPr>
              <a:t>archivo</a:t>
            </a:r>
            <a:r>
              <a:rPr lang="en-US" sz="2400" b="0" i="0" u="none" strike="noStrike" dirty="0">
                <a:effectLst/>
              </a:rPr>
              <a:t> .chr de NEXXT.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effectLst/>
              </a:rPr>
              <a:t>Se </a:t>
            </a:r>
            <a:r>
              <a:rPr lang="en-US" sz="2400" b="0" i="0" u="none" strike="noStrike" dirty="0" err="1">
                <a:effectLst/>
              </a:rPr>
              <a:t>usan</a:t>
            </a:r>
            <a:r>
              <a:rPr lang="en-US" sz="2400" b="0" i="0" u="none" strike="noStrike" dirty="0">
                <a:effectLst/>
              </a:rPr>
              <a:t> </a:t>
            </a:r>
            <a:r>
              <a:rPr lang="en-US" sz="2400" b="0" i="0" u="none" strike="noStrike" dirty="0" err="1">
                <a:effectLst/>
              </a:rPr>
              <a:t>metatiles</a:t>
            </a:r>
            <a:r>
              <a:rPr lang="en-US" sz="24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dirty="0"/>
              <a:t>Se </a:t>
            </a:r>
            <a:r>
              <a:rPr lang="en-US" sz="2400" dirty="0" err="1"/>
              <a:t>comprimio</a:t>
            </a:r>
            <a:r>
              <a:rPr lang="en-US" sz="2400" dirty="0"/>
              <a:t> </a:t>
            </a:r>
            <a:r>
              <a:rPr lang="en-US" sz="2400" dirty="0" err="1"/>
              <a:t>el</a:t>
            </a:r>
            <a:r>
              <a:rPr lang="en-US" sz="2400" dirty="0"/>
              <a:t> </a:t>
            </a:r>
            <a:r>
              <a:rPr lang="en-US" sz="2400" dirty="0" err="1"/>
              <a:t>mapa</a:t>
            </a:r>
            <a:r>
              <a:rPr lang="en-US" sz="2400" dirty="0"/>
              <a:t> </a:t>
            </a:r>
            <a:r>
              <a:rPr lang="en-US" sz="2400" dirty="0" err="1"/>
              <a:t>utilizando</a:t>
            </a:r>
            <a:r>
              <a:rPr lang="en-US" sz="2400" dirty="0"/>
              <a:t> un </a:t>
            </a:r>
            <a:r>
              <a:rPr lang="en-US" sz="2400" dirty="0" err="1"/>
              <a:t>metodo</a:t>
            </a:r>
            <a:endParaRPr lang="en-US" sz="2400" dirty="0"/>
          </a:p>
          <a:p>
            <a:pPr marL="0" indent="0" algn="l">
              <a:buNone/>
            </a:pPr>
            <a:r>
              <a:rPr lang="en-US" sz="2400" dirty="0"/>
              <a:t>	dos bits.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u="none" strike="noStrike" dirty="0" err="1">
                <a:effectLst/>
              </a:rPr>
              <a:t>Esto</a:t>
            </a:r>
            <a:r>
              <a:rPr lang="en-US" sz="2400" b="0" i="0" u="none" strike="noStrike" dirty="0">
                <a:effectLst/>
              </a:rPr>
              <a:t> reduce </a:t>
            </a:r>
            <a:r>
              <a:rPr lang="en-US" sz="2400" b="0" i="0" u="none" strike="noStrike" dirty="0" err="1">
                <a:effectLst/>
              </a:rPr>
              <a:t>el</a:t>
            </a:r>
            <a:r>
              <a:rPr lang="en-US" sz="2400" b="0" i="0" u="none" strike="noStrike" dirty="0">
                <a:effectLst/>
              </a:rPr>
              <a:t> </a:t>
            </a:r>
            <a:r>
              <a:rPr lang="en-US" sz="2400" b="0" i="0" u="none" strike="noStrike" dirty="0" err="1">
                <a:effectLst/>
              </a:rPr>
              <a:t>tamaño</a:t>
            </a:r>
            <a:r>
              <a:rPr lang="en-US" sz="2400" b="0" i="0" u="none" strike="noStrike" dirty="0">
                <a:effectLst/>
              </a:rPr>
              <a:t> del </a:t>
            </a:r>
            <a:r>
              <a:rPr lang="en-US" sz="2400" b="0" i="0" u="none" strike="noStrike" dirty="0" err="1">
                <a:effectLst/>
              </a:rPr>
              <a:t>mapa</a:t>
            </a:r>
            <a:r>
              <a:rPr lang="en-US" sz="2400" b="0" i="0" u="none" strike="noStrike" dirty="0">
                <a:effectLst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u="none" strike="noStrike" dirty="0" err="1">
                <a:effectLst/>
              </a:rPr>
              <a:t>Hace</a:t>
            </a:r>
            <a:r>
              <a:rPr lang="en-US" sz="2400" b="0" i="0" u="none" strike="noStrike" dirty="0">
                <a:effectLst/>
              </a:rPr>
              <a:t> </a:t>
            </a:r>
            <a:r>
              <a:rPr lang="en-US" sz="2400" b="0" i="0" u="none" strike="noStrike" dirty="0" err="1">
                <a:effectLst/>
              </a:rPr>
              <a:t>el</a:t>
            </a:r>
            <a:r>
              <a:rPr lang="en-US" sz="2400" b="0" i="0" u="none" strike="noStrike" dirty="0">
                <a:effectLst/>
              </a:rPr>
              <a:t> </a:t>
            </a:r>
            <a:r>
              <a:rPr lang="en-US" sz="2400" b="0" i="0" u="none" strike="noStrike" dirty="0" err="1">
                <a:effectLst/>
              </a:rPr>
              <a:t>juego</a:t>
            </a:r>
            <a:r>
              <a:rPr lang="en-US" sz="2400" b="0" i="0" u="none" strike="noStrike" dirty="0">
                <a:effectLst/>
              </a:rPr>
              <a:t> </a:t>
            </a:r>
            <a:r>
              <a:rPr lang="en-US" sz="2400" b="0" i="0" u="none" strike="noStrike" dirty="0" err="1">
                <a:effectLst/>
              </a:rPr>
              <a:t>más</a:t>
            </a:r>
            <a:r>
              <a:rPr lang="en-US" sz="2400" b="0" i="0" u="none" strike="noStrike" dirty="0">
                <a:effectLst/>
              </a:rPr>
              <a:t> </a:t>
            </a:r>
            <a:r>
              <a:rPr lang="en-US" sz="2400" b="0" i="0" u="none" strike="noStrike" dirty="0" err="1">
                <a:effectLst/>
              </a:rPr>
              <a:t>eficiente</a:t>
            </a:r>
            <a:r>
              <a:rPr lang="en-US" sz="2400" b="0" i="0" u="none" strike="noStrike" dirty="0">
                <a:effectLst/>
              </a:rPr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9C7DE0-9E71-8E36-5021-95FEE4DD72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3369" y="3649487"/>
            <a:ext cx="2719917" cy="25565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B5122BF-73B4-05C5-9F93-7BEDF28C69CF}"/>
              </a:ext>
            </a:extLst>
          </p:cNvPr>
          <p:cNvSpPr txBox="1"/>
          <p:nvPr/>
        </p:nvSpPr>
        <p:spPr>
          <a:xfrm>
            <a:off x="1782501" y="71763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PR" dirty="0"/>
          </a:p>
        </p:txBody>
      </p:sp>
    </p:spTree>
    <p:extLst>
      <p:ext uri="{BB962C8B-B14F-4D97-AF65-F5344CB8AC3E}">
        <p14:creationId xmlns:p14="http://schemas.microsoft.com/office/powerpoint/2010/main" val="7057430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36EBE-708E-9910-4E24-C8E37E047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R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Perdida de vidas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CAF91A-10F7-5228-02DE-BD38F49844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El </a:t>
            </a:r>
            <a:r>
              <a:rPr lang="en-US" sz="2400" dirty="0" err="1"/>
              <a:t>jugador</a:t>
            </a:r>
            <a:r>
              <a:rPr lang="en-US" sz="2400" dirty="0"/>
              <a:t> </a:t>
            </a:r>
            <a:r>
              <a:rPr lang="en-US" sz="2400" dirty="0" err="1"/>
              <a:t>pierde</a:t>
            </a:r>
            <a:r>
              <a:rPr lang="en-US" sz="2400" dirty="0"/>
              <a:t> </a:t>
            </a:r>
            <a:r>
              <a:rPr lang="en-US" sz="2400" dirty="0" err="1"/>
              <a:t>vida</a:t>
            </a:r>
            <a:r>
              <a:rPr lang="en-US" sz="2400" dirty="0"/>
              <a:t> al </a:t>
            </a:r>
            <a:r>
              <a:rPr lang="en-US" sz="2400" dirty="0" err="1"/>
              <a:t>chocar</a:t>
            </a:r>
            <a:r>
              <a:rPr lang="en-US" sz="2400" dirty="0"/>
              <a:t>.</a:t>
            </a:r>
          </a:p>
          <a:p>
            <a:r>
              <a:rPr lang="en-US" sz="2400" dirty="0" err="1"/>
              <a:t>Puede</a:t>
            </a:r>
            <a:r>
              <a:rPr lang="en-US" sz="2400" dirty="0"/>
              <a:t> ser con </a:t>
            </a:r>
            <a:r>
              <a:rPr lang="en-US" sz="2400" dirty="0" err="1"/>
              <a:t>paredes</a:t>
            </a:r>
            <a:r>
              <a:rPr lang="en-US" sz="2400" dirty="0"/>
              <a:t> o </a:t>
            </a:r>
            <a:r>
              <a:rPr lang="en-US" sz="2400" dirty="0" err="1"/>
              <a:t>enemigo</a:t>
            </a:r>
            <a:r>
              <a:rPr lang="en-US" sz="2400" dirty="0"/>
              <a:t>.</a:t>
            </a:r>
          </a:p>
          <a:p>
            <a:r>
              <a:rPr lang="en-US" sz="2400" dirty="0" err="1"/>
              <a:t>Regresa</a:t>
            </a:r>
            <a:r>
              <a:rPr lang="en-US" sz="2400" dirty="0"/>
              <a:t> al </a:t>
            </a:r>
            <a:r>
              <a:rPr lang="en-US" sz="2400" dirty="0" err="1"/>
              <a:t>inicio</a:t>
            </a:r>
            <a:r>
              <a:rPr lang="en-US" sz="2400" dirty="0"/>
              <a:t> al </a:t>
            </a:r>
            <a:r>
              <a:rPr lang="en-US" sz="2400" dirty="0" err="1"/>
              <a:t>perder</a:t>
            </a:r>
            <a:r>
              <a:rPr lang="en-US" sz="2400" dirty="0"/>
              <a:t> </a:t>
            </a:r>
            <a:r>
              <a:rPr lang="en-US" sz="2400" dirty="0" err="1"/>
              <a:t>una</a:t>
            </a:r>
            <a:r>
              <a:rPr lang="en-US" sz="2400" dirty="0"/>
              <a:t> </a:t>
            </a:r>
            <a:r>
              <a:rPr lang="en-US" sz="2400" dirty="0" err="1"/>
              <a:t>vida</a:t>
            </a:r>
            <a:r>
              <a:rPr lang="en-US" sz="2400" dirty="0"/>
              <a:t>.</a:t>
            </a:r>
          </a:p>
          <a:p>
            <a:r>
              <a:rPr lang="en-US" sz="2400" dirty="0"/>
              <a:t>Tiene 3 </a:t>
            </a:r>
            <a:r>
              <a:rPr lang="en-US" sz="2400" dirty="0" err="1"/>
              <a:t>vidas</a:t>
            </a:r>
            <a:r>
              <a:rPr lang="en-US" sz="2400" dirty="0"/>
              <a:t> </a:t>
            </a:r>
            <a:r>
              <a:rPr lang="en-US" sz="2400" dirty="0" err="1"/>
              <a:t>en</a:t>
            </a:r>
            <a:r>
              <a:rPr lang="en-US" sz="2400" dirty="0"/>
              <a:t> total.</a:t>
            </a:r>
            <a:endParaRPr lang="en-P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DA03A7-4CBE-ADB6-4021-0343A3EAEC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5418" y="4901628"/>
            <a:ext cx="1557868" cy="150918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9D3F75E-2593-E4A1-A9C9-87045F38FD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9682" y="4901629"/>
            <a:ext cx="1557868" cy="15091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08A30F6-6453-9472-B90D-EAFB640035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549" y="4901627"/>
            <a:ext cx="1557869" cy="1509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8343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3909E-DEC4-E0E5-DA50-EB27143E5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R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Movimiento del enemigo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92CD4F-FCBC-C50A-392B-00A4B68F94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u="none" strike="noStrike" dirty="0">
                <a:effectLst/>
                <a:cs typeface="Times New Roman" panose="02020603050405020304" pitchFamily="18" charset="0"/>
              </a:rPr>
              <a:t>El </a:t>
            </a:r>
            <a:r>
              <a:rPr lang="en-US" sz="2400" b="0" i="0" u="none" strike="noStrike" dirty="0" err="1">
                <a:effectLst/>
                <a:cs typeface="Times New Roman" panose="02020603050405020304" pitchFamily="18" charset="0"/>
              </a:rPr>
              <a:t>enemigo</a:t>
            </a:r>
            <a:r>
              <a:rPr lang="en-US" sz="2400" b="0" i="0" u="none" strike="noStrike" dirty="0">
                <a:effectLst/>
                <a:cs typeface="Times New Roman" panose="02020603050405020304" pitchFamily="18" charset="0"/>
              </a:rPr>
              <a:t> se </a:t>
            </a:r>
            <a:r>
              <a:rPr lang="en-US" sz="2400" b="0" i="0" u="none" strike="noStrike" dirty="0" err="1">
                <a:effectLst/>
                <a:cs typeface="Times New Roman" panose="02020603050405020304" pitchFamily="18" charset="0"/>
              </a:rPr>
              <a:t>mueve</a:t>
            </a:r>
            <a:r>
              <a:rPr lang="en-US" sz="2400" b="0" i="0" u="none" strike="noStrike" dirty="0">
                <a:effectLst/>
                <a:cs typeface="Times New Roman" panose="02020603050405020304" pitchFamily="18" charset="0"/>
              </a:rPr>
              <a:t> de forma continua.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dirty="0">
                <a:cs typeface="Times New Roman" panose="02020603050405020304" pitchFamily="18" charset="0"/>
              </a:rPr>
              <a:t>Al </a:t>
            </a:r>
            <a:r>
              <a:rPr lang="en-US" sz="2400" dirty="0" err="1">
                <a:cs typeface="Times New Roman" panose="02020603050405020304" pitchFamily="18" charset="0"/>
              </a:rPr>
              <a:t>igual</a:t>
            </a:r>
            <a:r>
              <a:rPr lang="en-US" sz="2400" dirty="0">
                <a:cs typeface="Times New Roman" panose="02020603050405020304" pitchFamily="18" charset="0"/>
              </a:rPr>
              <a:t> que </a:t>
            </a:r>
            <a:r>
              <a:rPr lang="en-US" sz="2400" dirty="0" err="1">
                <a:cs typeface="Times New Roman" panose="02020603050405020304" pitchFamily="18" charset="0"/>
              </a:rPr>
              <a:t>el</a:t>
            </a:r>
            <a:r>
              <a:rPr lang="en-US" sz="2400" dirty="0"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cs typeface="Times New Roman" panose="02020603050405020304" pitchFamily="18" charset="0"/>
              </a:rPr>
              <a:t>jugador</a:t>
            </a:r>
            <a:r>
              <a:rPr lang="en-US" sz="2400" dirty="0">
                <a:cs typeface="Times New Roman" panose="02020603050405020304" pitchFamily="18" charset="0"/>
              </a:rPr>
              <a:t>, la </a:t>
            </a:r>
            <a:r>
              <a:rPr lang="en-US" sz="2400" dirty="0" err="1">
                <a:cs typeface="Times New Roman" panose="02020603050405020304" pitchFamily="18" charset="0"/>
              </a:rPr>
              <a:t>velocidad</a:t>
            </a:r>
            <a:r>
              <a:rPr lang="en-US" sz="2400" dirty="0">
                <a:cs typeface="Times New Roman" panose="02020603050405020304" pitchFamily="18" charset="0"/>
              </a:rPr>
              <a:t> del </a:t>
            </a:r>
            <a:r>
              <a:rPr lang="en-US" sz="2400" dirty="0" err="1">
                <a:cs typeface="Times New Roman" panose="02020603050405020304" pitchFamily="18" charset="0"/>
              </a:rPr>
              <a:t>enemigo</a:t>
            </a:r>
            <a:r>
              <a:rPr lang="en-US" sz="2400" dirty="0">
                <a:cs typeface="Times New Roman" panose="02020603050405020304" pitchFamily="18" charset="0"/>
              </a:rPr>
              <a:t> es </a:t>
            </a:r>
            <a:r>
              <a:rPr lang="en-US" sz="2400" dirty="0" err="1">
                <a:cs typeface="Times New Roman" panose="02020603050405020304" pitchFamily="18" charset="0"/>
              </a:rPr>
              <a:t>controlada</a:t>
            </a:r>
            <a:r>
              <a:rPr lang="en-US" sz="2400" dirty="0">
                <a:cs typeface="Times New Roman" panose="02020603050405020304" pitchFamily="18" charset="0"/>
              </a:rPr>
              <a:t> a traves de un </a:t>
            </a:r>
            <a:r>
              <a:rPr lang="en-US" sz="2400" dirty="0" err="1">
                <a:cs typeface="Times New Roman" panose="02020603050405020304" pitchFamily="18" charset="0"/>
              </a:rPr>
              <a:t>sistema</a:t>
            </a:r>
            <a:r>
              <a:rPr lang="en-US" sz="2400" dirty="0">
                <a:cs typeface="Times New Roman" panose="02020603050405020304" pitchFamily="18" charset="0"/>
              </a:rPr>
              <a:t> de </a:t>
            </a:r>
            <a:r>
              <a:rPr lang="en-US" sz="2400" dirty="0" err="1">
                <a:cs typeface="Times New Roman" panose="02020603050405020304" pitchFamily="18" charset="0"/>
              </a:rPr>
              <a:t>retraso</a:t>
            </a:r>
            <a:r>
              <a:rPr lang="en-US" sz="2400" dirty="0">
                <a:cs typeface="Times New Roman" panose="02020603050405020304" pitchFamily="18" charset="0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u="none" strike="noStrike" dirty="0" err="1">
                <a:effectLst/>
                <a:cs typeface="Times New Roman" panose="02020603050405020304" pitchFamily="18" charset="0"/>
              </a:rPr>
              <a:t>Aumenta</a:t>
            </a:r>
            <a:r>
              <a:rPr lang="en-US" sz="2400" b="0" i="0" u="none" strike="noStrike" dirty="0">
                <a:effectLst/>
                <a:cs typeface="Times New Roman" panose="02020603050405020304" pitchFamily="18" charset="0"/>
              </a:rPr>
              <a:t> </a:t>
            </a:r>
            <a:r>
              <a:rPr lang="en-US" sz="2400" dirty="0">
                <a:cs typeface="Times New Roman" panose="02020603050405020304" pitchFamily="18" charset="0"/>
              </a:rPr>
              <a:t>de </a:t>
            </a:r>
            <a:r>
              <a:rPr lang="en-US" sz="2400" dirty="0" err="1">
                <a:cs typeface="Times New Roman" panose="02020603050405020304" pitchFamily="18" charset="0"/>
              </a:rPr>
              <a:t>velocidad</a:t>
            </a:r>
            <a:r>
              <a:rPr lang="en-US" sz="2400" dirty="0"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cs typeface="Times New Roman" panose="02020603050405020304" pitchFamily="18" charset="0"/>
              </a:rPr>
              <a:t>cuando</a:t>
            </a:r>
            <a:r>
              <a:rPr lang="en-US" sz="2400" dirty="0"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cs typeface="Times New Roman" panose="02020603050405020304" pitchFamily="18" charset="0"/>
              </a:rPr>
              <a:t>el</a:t>
            </a:r>
            <a:r>
              <a:rPr lang="en-US" sz="2400" dirty="0"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cs typeface="Times New Roman" panose="02020603050405020304" pitchFamily="18" charset="0"/>
              </a:rPr>
              <a:t>jugador</a:t>
            </a:r>
            <a:r>
              <a:rPr lang="en-US" sz="2400" dirty="0"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cs typeface="Times New Roman" panose="02020603050405020304" pitchFamily="18" charset="0"/>
              </a:rPr>
              <a:t>mejora</a:t>
            </a:r>
            <a:r>
              <a:rPr lang="en-US" sz="2400" dirty="0">
                <a:cs typeface="Times New Roman" panose="02020603050405020304" pitchFamily="18" charset="0"/>
              </a:rPr>
              <a:t>.</a:t>
            </a:r>
            <a:endParaRPr lang="en-US" sz="2400" b="0" i="0" u="none" strike="noStrike" dirty="0">
              <a:effectLst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6A8FF68-E5A7-C60E-7088-244026F99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8250" y="5950857"/>
            <a:ext cx="793750" cy="90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15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705086-1BA5-F7BC-48EE-50190EDBF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R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Posición del enemigo y “pathfinding”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D59842-FF36-BF1A-BFDF-9DBCA1D12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El </a:t>
            </a:r>
            <a:r>
              <a:rPr lang="en-US" sz="2400" dirty="0" err="1"/>
              <a:t>enemigo</a:t>
            </a:r>
            <a:r>
              <a:rPr lang="en-US" sz="2400" dirty="0"/>
              <a:t> </a:t>
            </a:r>
            <a:r>
              <a:rPr lang="en-US" sz="2400" dirty="0" err="1"/>
              <a:t>sigue</a:t>
            </a:r>
            <a:r>
              <a:rPr lang="en-US" sz="2400" dirty="0"/>
              <a:t> al </a:t>
            </a:r>
            <a:r>
              <a:rPr lang="en-US" sz="2400" dirty="0" err="1"/>
              <a:t>jugador</a:t>
            </a:r>
            <a:r>
              <a:rPr lang="en-US" sz="2400" dirty="0"/>
              <a:t>.</a:t>
            </a:r>
          </a:p>
          <a:p>
            <a:r>
              <a:rPr lang="en-US" sz="2400" dirty="0" err="1"/>
              <a:t>Compara</a:t>
            </a:r>
            <a:r>
              <a:rPr lang="en-US" sz="2400" dirty="0"/>
              <a:t> </a:t>
            </a:r>
            <a:r>
              <a:rPr lang="en-US" sz="2400" dirty="0" err="1"/>
              <a:t>su</a:t>
            </a:r>
            <a:r>
              <a:rPr lang="en-US" sz="2400" dirty="0"/>
              <a:t> </a:t>
            </a:r>
            <a:r>
              <a:rPr lang="en-US" sz="2400" dirty="0" err="1"/>
              <a:t>posición</a:t>
            </a:r>
            <a:r>
              <a:rPr lang="en-US" sz="2400" dirty="0"/>
              <a:t> (X y Y).</a:t>
            </a:r>
          </a:p>
          <a:p>
            <a:r>
              <a:rPr lang="en-US" sz="2400" dirty="0"/>
              <a:t>Se </a:t>
            </a:r>
            <a:r>
              <a:rPr lang="en-US" sz="2400" dirty="0" err="1"/>
              <a:t>mueve</a:t>
            </a:r>
            <a:r>
              <a:rPr lang="en-US" sz="2400" dirty="0"/>
              <a:t> </a:t>
            </a:r>
            <a:r>
              <a:rPr lang="en-US" sz="2400" dirty="0" err="1"/>
              <a:t>en</a:t>
            </a:r>
            <a:r>
              <a:rPr lang="en-US" sz="2400" dirty="0"/>
              <a:t> la </a:t>
            </a:r>
            <a:r>
              <a:rPr lang="en-US" sz="2400" dirty="0" err="1"/>
              <a:t>dirección</a:t>
            </a:r>
            <a:r>
              <a:rPr lang="en-US" sz="2400" dirty="0"/>
              <a:t> </a:t>
            </a:r>
            <a:r>
              <a:rPr lang="en-US" sz="2400" dirty="0" err="1"/>
              <a:t>más</a:t>
            </a:r>
            <a:r>
              <a:rPr lang="en-US" sz="2400" dirty="0"/>
              <a:t> </a:t>
            </a:r>
            <a:r>
              <a:rPr lang="en-US" sz="2400" dirty="0" err="1"/>
              <a:t>cercana</a:t>
            </a:r>
            <a:r>
              <a:rPr lang="en-US" sz="2400" dirty="0"/>
              <a:t>.</a:t>
            </a:r>
            <a:endParaRPr lang="en-P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584098-A05C-DAD7-6318-01A42C84D6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4929" y="3075959"/>
            <a:ext cx="3587069" cy="3334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8426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0BE28-19DD-2F6B-08BB-92D5BF85F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R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Pausa del juego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50FA57-2205-E39F-9C73-3F4FB826D1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El </a:t>
            </a:r>
            <a:r>
              <a:rPr lang="en-US" sz="2400" dirty="0" err="1"/>
              <a:t>juego</a:t>
            </a:r>
            <a:r>
              <a:rPr lang="en-US" sz="2400" dirty="0"/>
              <a:t> </a:t>
            </a:r>
            <a:r>
              <a:rPr lang="en-US" sz="2400" dirty="0" err="1"/>
              <a:t>tiene</a:t>
            </a:r>
            <a:r>
              <a:rPr lang="en-US" sz="2400" dirty="0"/>
              <a:t> </a:t>
            </a:r>
            <a:r>
              <a:rPr lang="en-US" sz="2400" dirty="0" err="1"/>
              <a:t>una</a:t>
            </a:r>
            <a:r>
              <a:rPr lang="en-US" sz="2400" dirty="0"/>
              <a:t> </a:t>
            </a:r>
            <a:r>
              <a:rPr lang="en-US" sz="2400" dirty="0" err="1"/>
              <a:t>opción</a:t>
            </a:r>
            <a:r>
              <a:rPr lang="en-US" sz="2400" dirty="0"/>
              <a:t> de </a:t>
            </a:r>
            <a:r>
              <a:rPr lang="en-US" sz="2400" dirty="0" err="1"/>
              <a:t>pausa</a:t>
            </a:r>
            <a:r>
              <a:rPr lang="en-US" sz="2400" dirty="0"/>
              <a:t>.</a:t>
            </a:r>
          </a:p>
          <a:p>
            <a:r>
              <a:rPr lang="en-US" sz="2400" dirty="0"/>
              <a:t>Se </a:t>
            </a:r>
            <a:r>
              <a:rPr lang="en-US" sz="2400" dirty="0" err="1"/>
              <a:t>queda</a:t>
            </a:r>
            <a:r>
              <a:rPr lang="en-US" sz="2400" dirty="0"/>
              <a:t> “</a:t>
            </a:r>
            <a:r>
              <a:rPr lang="en-US" sz="2400" dirty="0" err="1"/>
              <a:t>congelado</a:t>
            </a:r>
            <a:r>
              <a:rPr lang="en-US" sz="2400" dirty="0"/>
              <a:t>” hasta que</a:t>
            </a:r>
          </a:p>
          <a:p>
            <a:pPr marL="0" indent="0">
              <a:buNone/>
            </a:pPr>
            <a:r>
              <a:rPr lang="en-US" sz="2400" dirty="0"/>
              <a:t>se quite la </a:t>
            </a:r>
            <a:r>
              <a:rPr lang="en-US" sz="2400" dirty="0" err="1"/>
              <a:t>pausa</a:t>
            </a:r>
            <a:r>
              <a:rPr lang="en-US" sz="2400" dirty="0"/>
              <a:t>.</a:t>
            </a:r>
            <a:endParaRPr lang="en-PR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217A25-8605-2320-41EE-F44F49ACF8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4504" y="3429000"/>
            <a:ext cx="3187240" cy="2981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6655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Quotable">
  <a:themeElements>
    <a:clrScheme name="Quotable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6F3559E9-1A4C-49D8-94D4-F41003531C4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{8068E191-411D-0F4A-BECB-838A04C8E4F1}tf10001121_mac</Template>
  <TotalTime>673</TotalTime>
  <Words>314</Words>
  <Application>Microsoft Macintosh PowerPoint</Application>
  <PresentationFormat>Widescreen</PresentationFormat>
  <Paragraphs>48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Century Gothic</vt:lpstr>
      <vt:lpstr>Times New Roman</vt:lpstr>
      <vt:lpstr>Wingdings 2</vt:lpstr>
      <vt:lpstr>Quotable</vt:lpstr>
      <vt:lpstr>Architectures and Programming Paradigms for Game Development</vt:lpstr>
      <vt:lpstr>Animación de personaje</vt:lpstr>
      <vt:lpstr>Movimiento de personaje</vt:lpstr>
      <vt:lpstr>Aumento de velocidad del personaje</vt:lpstr>
      <vt:lpstr>Posición de moneda</vt:lpstr>
      <vt:lpstr>Background y compresión</vt:lpstr>
      <vt:lpstr>Perdida de vidas</vt:lpstr>
      <vt:lpstr>Movimiento del enemigo</vt:lpstr>
      <vt:lpstr>Posición del enemigo y “pathfinding”</vt:lpstr>
      <vt:lpstr>Pausa del juego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Architectures and Programming Paradigms for Game Development</dc:title>
  <dc:creator>AARON A LOPEZ-MUNIZ</dc:creator>
  <cp:lastModifiedBy>AARON A LOPEZ-MUNIZ</cp:lastModifiedBy>
  <cp:revision>9</cp:revision>
  <dcterms:created xsi:type="dcterms:W3CDTF">2026-04-12T23:37:32Z</dcterms:created>
  <dcterms:modified xsi:type="dcterms:W3CDTF">2026-04-13T15:12:05Z</dcterms:modified>
</cp:coreProperties>
</file>