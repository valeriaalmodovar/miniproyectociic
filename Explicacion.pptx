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72"/>
    <p:restoredTop sz="94694"/>
  </p:normalViewPr>
  <p:slideViewPr>
    <p:cSldViewPr snapToGrid="0">
      <p:cViewPr varScale="1">
        <p:scale>
          <a:sx n="75" d="100"/>
          <a:sy n="75" d="100"/>
        </p:scale>
        <p:origin x="17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416105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377934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710505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3861052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3676865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3120374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1970491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2063800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P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1345078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2420502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2119662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41081880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9608641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2564686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P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20021478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  <p:sldLayoutId id="2147483792" r:id="rId12"/>
    <p:sldLayoutId id="2147483793" r:id="rId13"/>
    <p:sldLayoutId id="214748379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BA5F3-2640-335A-74F9-14BC5B1913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Architectures and Programming Paradigms for Game Development</a:t>
            </a:r>
            <a:endParaRPr lang="en-P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19BD08-8A56-829C-826B-E49DA34584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n-P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 Proyecto #1</a:t>
            </a:r>
          </a:p>
          <a:p>
            <a:r>
              <a:rPr lang="en-P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Aaron A. López Muñiz</a:t>
            </a:r>
          </a:p>
          <a:p>
            <a:r>
              <a:rPr lang="en-P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Valeria S. Almodovár Santiago</a:t>
            </a:r>
          </a:p>
          <a:p>
            <a:r>
              <a:rPr lang="en-P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Grupo H</a:t>
            </a:r>
          </a:p>
        </p:txBody>
      </p:sp>
    </p:spTree>
    <p:extLst>
      <p:ext uri="{BB962C8B-B14F-4D97-AF65-F5344CB8AC3E}">
        <p14:creationId xmlns:p14="http://schemas.microsoft.com/office/powerpoint/2010/main" val="4077463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1D1C8-B756-7AAE-30F3-9067515CE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Animación de personaje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4BF40-7AD0-0298-DA03-8062EEC20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El </a:t>
            </a:r>
            <a:r>
              <a:rPr lang="en-US" sz="2400" dirty="0" err="1"/>
              <a:t>personaje</a:t>
            </a:r>
            <a:r>
              <a:rPr lang="en-US" sz="2400" dirty="0"/>
              <a:t> es un </a:t>
            </a:r>
            <a:r>
              <a:rPr lang="en-US" sz="2400" dirty="0" err="1"/>
              <a:t>metasprite</a:t>
            </a:r>
            <a:r>
              <a:rPr lang="en-US" sz="2400" dirty="0"/>
              <a:t> (2x2).</a:t>
            </a:r>
          </a:p>
          <a:p>
            <a:r>
              <a:rPr lang="en-US" sz="2400" dirty="0"/>
              <a:t>Tiene </a:t>
            </a:r>
            <a:r>
              <a:rPr lang="en-US" sz="2400" dirty="0" err="1"/>
              <a:t>animación</a:t>
            </a:r>
            <a:r>
              <a:rPr lang="en-US" sz="2400" dirty="0"/>
              <a:t> con </a:t>
            </a:r>
            <a:r>
              <a:rPr lang="en-US" sz="2400" dirty="0" err="1"/>
              <a:t>varios</a:t>
            </a:r>
            <a:r>
              <a:rPr lang="en-US" sz="2400" dirty="0"/>
              <a:t> frames.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mueve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4 </a:t>
            </a:r>
            <a:r>
              <a:rPr lang="en-US" sz="2400" dirty="0" err="1"/>
              <a:t>direcciones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Usa</a:t>
            </a:r>
            <a:r>
              <a:rPr lang="en-US" sz="2400" dirty="0"/>
              <a:t> </a:t>
            </a:r>
            <a:r>
              <a:rPr lang="en-US" sz="2400" dirty="0" err="1"/>
              <a:t>varios</a:t>
            </a:r>
            <a:r>
              <a:rPr lang="en-US" sz="2400" dirty="0"/>
              <a:t> </a:t>
            </a:r>
            <a:r>
              <a:rPr lang="en-US" sz="2400" dirty="0" err="1"/>
              <a:t>colores</a:t>
            </a:r>
            <a:r>
              <a:rPr lang="en-US" sz="2400" dirty="0"/>
              <a:t> del palette.</a:t>
            </a:r>
            <a:endParaRPr lang="en-P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F1E2A1-34FB-FAE1-3D71-17C9F093C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9283" y="5822121"/>
            <a:ext cx="992717" cy="103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081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58FAF-924F-6D4F-4CF8-9C35DAE3A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Movimiento de personaje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3C0F5-5ADA-7234-88F4-A92B442FF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El </a:t>
            </a:r>
            <a:r>
              <a:rPr lang="en-US" sz="2400" dirty="0" err="1"/>
              <a:t>jugador</a:t>
            </a:r>
            <a:r>
              <a:rPr lang="en-US" sz="2400" dirty="0"/>
              <a:t> se </a:t>
            </a:r>
            <a:r>
              <a:rPr lang="en-US" sz="2400" dirty="0" err="1"/>
              <a:t>mueve</a:t>
            </a:r>
            <a:r>
              <a:rPr lang="en-US" sz="2400" dirty="0"/>
              <a:t> </a:t>
            </a:r>
            <a:r>
              <a:rPr lang="en-US" sz="2400" dirty="0" err="1"/>
              <a:t>constantemente</a:t>
            </a:r>
            <a:r>
              <a:rPr lang="en-US" sz="2400" dirty="0"/>
              <a:t>.</a:t>
            </a:r>
          </a:p>
          <a:p>
            <a:r>
              <a:rPr lang="en-US" sz="2400" dirty="0"/>
              <a:t>Las </a:t>
            </a:r>
            <a:r>
              <a:rPr lang="en-US" sz="2400" dirty="0" err="1"/>
              <a:t>flechas</a:t>
            </a:r>
            <a:r>
              <a:rPr lang="en-US" sz="2400" dirty="0"/>
              <a:t> </a:t>
            </a:r>
            <a:r>
              <a:rPr lang="en-US" sz="2400" dirty="0" err="1"/>
              <a:t>cambian</a:t>
            </a:r>
            <a:r>
              <a:rPr lang="en-US" sz="2400" dirty="0"/>
              <a:t> la </a:t>
            </a:r>
            <a:r>
              <a:rPr lang="en-US" sz="2400" dirty="0" err="1"/>
              <a:t>dirección</a:t>
            </a:r>
            <a:r>
              <a:rPr lang="en-US" sz="2400" dirty="0"/>
              <a:t>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mueve</a:t>
            </a:r>
            <a:r>
              <a:rPr lang="en-US" sz="2400" dirty="0"/>
              <a:t> </a:t>
            </a:r>
            <a:r>
              <a:rPr lang="en-US" sz="2400" dirty="0" err="1"/>
              <a:t>por</a:t>
            </a:r>
            <a:r>
              <a:rPr lang="en-US" sz="2400" dirty="0"/>
              <a:t> </a:t>
            </a:r>
            <a:r>
              <a:rPr lang="en-US" sz="2400" dirty="0" err="1"/>
              <a:t>bloques</a:t>
            </a:r>
            <a:r>
              <a:rPr lang="en-US" sz="2400" dirty="0"/>
              <a:t> (tile </a:t>
            </a:r>
            <a:r>
              <a:rPr lang="en-US" sz="2400" dirty="0" err="1"/>
              <a:t>por</a:t>
            </a:r>
            <a:r>
              <a:rPr lang="en-US" sz="2400" dirty="0"/>
              <a:t> tile).</a:t>
            </a:r>
          </a:p>
          <a:p>
            <a:r>
              <a:rPr lang="en-US" sz="2400" dirty="0"/>
              <a:t>Antes de </a:t>
            </a:r>
            <a:r>
              <a:rPr lang="en-US" sz="2400" dirty="0" err="1"/>
              <a:t>moverse</a:t>
            </a:r>
            <a:r>
              <a:rPr lang="en-US" sz="2400" dirty="0"/>
              <a:t>, </a:t>
            </a:r>
            <a:r>
              <a:rPr lang="en-US" sz="2400" dirty="0" err="1"/>
              <a:t>verifica</a:t>
            </a:r>
            <a:r>
              <a:rPr lang="en-US" sz="2400" dirty="0"/>
              <a:t> </a:t>
            </a:r>
            <a:r>
              <a:rPr lang="en-US" sz="2400" dirty="0" err="1"/>
              <a:t>si</a:t>
            </a:r>
            <a:r>
              <a:rPr lang="en-US" sz="2400" dirty="0"/>
              <a:t> </a:t>
            </a:r>
            <a:r>
              <a:rPr lang="en-US" sz="2400" dirty="0" err="1"/>
              <a:t>puede</a:t>
            </a:r>
            <a:r>
              <a:rPr lang="en-US" sz="2400" dirty="0"/>
              <a:t> pasar</a:t>
            </a:r>
            <a:endParaRPr lang="en-PR" sz="2400" dirty="0"/>
          </a:p>
        </p:txBody>
      </p:sp>
    </p:spTree>
    <p:extLst>
      <p:ext uri="{BB962C8B-B14F-4D97-AF65-F5344CB8AC3E}">
        <p14:creationId xmlns:p14="http://schemas.microsoft.com/office/powerpoint/2010/main" val="1584693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17FB7-73FE-F9C2-33BE-1C98BC87E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Aumento de velocidad del personaje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1017E-B5FD-AFF0-4DBD-0452F6000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Empieza</a:t>
            </a:r>
            <a:r>
              <a:rPr lang="en-US" sz="2400" dirty="0"/>
              <a:t> con </a:t>
            </a:r>
            <a:r>
              <a:rPr lang="en-US" sz="2400" dirty="0" err="1"/>
              <a:t>velocidad</a:t>
            </a:r>
            <a:r>
              <a:rPr lang="en-US" sz="2400" dirty="0"/>
              <a:t> </a:t>
            </a:r>
            <a:r>
              <a:rPr lang="en-US" sz="2400" dirty="0" err="1"/>
              <a:t>lenta</a:t>
            </a:r>
            <a:r>
              <a:rPr lang="en-US" sz="2400" dirty="0"/>
              <a:t>.</a:t>
            </a:r>
          </a:p>
          <a:p>
            <a:r>
              <a:rPr lang="en-US" sz="2400" dirty="0"/>
              <a:t>Al </a:t>
            </a:r>
            <a:r>
              <a:rPr lang="en-US" sz="2400" dirty="0" err="1"/>
              <a:t>recoger</a:t>
            </a:r>
            <a:r>
              <a:rPr lang="en-US" sz="2400" dirty="0"/>
              <a:t> </a:t>
            </a:r>
            <a:r>
              <a:rPr lang="en-US" sz="2400" dirty="0" err="1"/>
              <a:t>monedas</a:t>
            </a:r>
            <a:r>
              <a:rPr lang="en-US" sz="2400" dirty="0"/>
              <a:t>, </a:t>
            </a:r>
            <a:r>
              <a:rPr lang="en-US" sz="2400" dirty="0" err="1"/>
              <a:t>aumenta</a:t>
            </a:r>
            <a:r>
              <a:rPr lang="en-US" sz="2400" dirty="0"/>
              <a:t> la </a:t>
            </a:r>
            <a:r>
              <a:rPr lang="en-US" sz="2400" dirty="0" err="1"/>
              <a:t>velocidad</a:t>
            </a:r>
            <a:r>
              <a:rPr lang="en-US" sz="2400" dirty="0"/>
              <a:t>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controla</a:t>
            </a:r>
            <a:r>
              <a:rPr lang="en-US" sz="2400" dirty="0"/>
              <a:t> con un </a:t>
            </a:r>
            <a:r>
              <a:rPr lang="en-US" sz="2400" dirty="0" err="1"/>
              <a:t>sistema</a:t>
            </a:r>
            <a:r>
              <a:rPr lang="en-US" sz="2400" dirty="0"/>
              <a:t> de </a:t>
            </a:r>
            <a:r>
              <a:rPr lang="en-US" sz="2400" dirty="0" err="1"/>
              <a:t>tiempo</a:t>
            </a:r>
            <a:r>
              <a:rPr lang="en-US" sz="2400" dirty="0"/>
              <a:t> de </a:t>
            </a:r>
            <a:r>
              <a:rPr lang="en-US" sz="2400" dirty="0" err="1"/>
              <a:t>retraso</a:t>
            </a:r>
            <a:r>
              <a:rPr lang="en-US" sz="2400" dirty="0"/>
              <a:t>.</a:t>
            </a:r>
            <a:endParaRPr lang="en-P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651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801EA-3085-DF93-ECCC-25BD5F4D7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Posición de moneda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A4F61-2E23-9E02-C3A6-29F5D0AC3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La </a:t>
            </a:r>
            <a:r>
              <a:rPr lang="en-US" sz="2400" dirty="0" err="1"/>
              <a:t>moneda</a:t>
            </a:r>
            <a:r>
              <a:rPr lang="en-US" sz="2400" dirty="0"/>
              <a:t> </a:t>
            </a:r>
            <a:r>
              <a:rPr lang="en-US" sz="2400" dirty="0" err="1"/>
              <a:t>aparece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</a:t>
            </a:r>
            <a:r>
              <a:rPr lang="en-US" sz="2400" dirty="0" err="1"/>
              <a:t>posiciones</a:t>
            </a:r>
            <a:r>
              <a:rPr lang="en-US" sz="2400" dirty="0"/>
              <a:t> </a:t>
            </a:r>
            <a:r>
              <a:rPr lang="en-US" sz="2400" dirty="0" err="1"/>
              <a:t>aleatorias</a:t>
            </a:r>
            <a:r>
              <a:rPr lang="en-US" sz="2400" dirty="0"/>
              <a:t> </a:t>
            </a:r>
            <a:r>
              <a:rPr lang="en-US" sz="2400" dirty="0" err="1"/>
              <a:t>predefinidas</a:t>
            </a:r>
            <a:r>
              <a:rPr lang="en-US" sz="2400" dirty="0"/>
              <a:t>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elige</a:t>
            </a:r>
            <a:r>
              <a:rPr lang="en-US" sz="2400" dirty="0"/>
              <a:t> </a:t>
            </a:r>
            <a:r>
              <a:rPr lang="en-US" sz="2400" dirty="0" err="1"/>
              <a:t>una</a:t>
            </a:r>
            <a:r>
              <a:rPr lang="en-US" sz="2400" dirty="0"/>
              <a:t> </a:t>
            </a:r>
            <a:r>
              <a:rPr lang="en-US" sz="2400" dirty="0" err="1"/>
              <a:t>posición</a:t>
            </a:r>
            <a:r>
              <a:rPr lang="en-US" sz="2400" dirty="0"/>
              <a:t> al azar.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verifica</a:t>
            </a:r>
            <a:r>
              <a:rPr lang="en-US" sz="2400" dirty="0"/>
              <a:t> que no </a:t>
            </a:r>
            <a:r>
              <a:rPr lang="en-US" sz="2400" dirty="0" err="1"/>
              <a:t>esté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</a:t>
            </a:r>
            <a:r>
              <a:rPr lang="en-US" sz="2400" dirty="0" err="1"/>
              <a:t>una</a:t>
            </a:r>
            <a:r>
              <a:rPr lang="en-US" sz="2400" dirty="0"/>
              <a:t> pared.</a:t>
            </a:r>
          </a:p>
          <a:p>
            <a:r>
              <a:rPr lang="en-US" sz="2400" dirty="0"/>
              <a:t>Si no es </a:t>
            </a:r>
            <a:r>
              <a:rPr lang="en-US" sz="2400" dirty="0" err="1"/>
              <a:t>válida</a:t>
            </a:r>
            <a:r>
              <a:rPr lang="en-US" sz="2400" dirty="0"/>
              <a:t>, se </a:t>
            </a:r>
            <a:r>
              <a:rPr lang="en-US" sz="2400" dirty="0" err="1"/>
              <a:t>escoge</a:t>
            </a:r>
            <a:r>
              <a:rPr lang="en-US" sz="2400" dirty="0"/>
              <a:t> </a:t>
            </a:r>
            <a:r>
              <a:rPr lang="en-US" sz="2400" dirty="0" err="1"/>
              <a:t>otra</a:t>
            </a:r>
            <a:r>
              <a:rPr lang="en-US" sz="2400" dirty="0"/>
              <a:t>.</a:t>
            </a:r>
            <a:endParaRPr lang="en-P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5E8D0D-DC12-C3B0-DA1A-BD3349159C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20"/>
          <a:stretch/>
        </p:blipFill>
        <p:spPr>
          <a:xfrm>
            <a:off x="9866219" y="4383481"/>
            <a:ext cx="1507067" cy="1475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11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CC3FA-06E0-3B6F-EA89-87489FBFC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 y compresión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FE592-886A-DD26-812A-B5DDD3990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El </a:t>
            </a:r>
            <a:r>
              <a:rPr lang="en-US" sz="2400" b="0" i="0" u="none" strike="noStrike" dirty="0" err="1">
                <a:effectLst/>
              </a:rPr>
              <a:t>mapa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usa</a:t>
            </a:r>
            <a:r>
              <a:rPr lang="en-US" sz="2400" b="0" i="0" u="none" strike="noStrike" dirty="0">
                <a:effectLst/>
              </a:rPr>
              <a:t> tiles de un </a:t>
            </a:r>
            <a:r>
              <a:rPr lang="en-US" sz="2400" b="0" i="0" u="none" strike="noStrike" dirty="0" err="1">
                <a:effectLst/>
              </a:rPr>
              <a:t>archivo</a:t>
            </a:r>
            <a:r>
              <a:rPr lang="en-US" sz="2400" b="0" i="0" u="none" strike="noStrike" dirty="0">
                <a:effectLst/>
              </a:rPr>
              <a:t> .chr de NEXXT.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Se </a:t>
            </a:r>
            <a:r>
              <a:rPr lang="en-US" sz="2400" b="0" i="0" u="none" strike="noStrike" dirty="0" err="1">
                <a:effectLst/>
              </a:rPr>
              <a:t>usan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metatiles</a:t>
            </a:r>
            <a:r>
              <a:rPr lang="en-US" sz="24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 err="1">
                <a:effectLst/>
              </a:rPr>
              <a:t>Esto</a:t>
            </a:r>
            <a:r>
              <a:rPr lang="en-US" sz="2400" b="0" i="0" u="none" strike="noStrike" dirty="0">
                <a:effectLst/>
              </a:rPr>
              <a:t> reduce </a:t>
            </a:r>
            <a:r>
              <a:rPr lang="en-US" sz="2400" b="0" i="0" u="none" strike="noStrike" dirty="0" err="1">
                <a:effectLst/>
              </a:rPr>
              <a:t>el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tamaño</a:t>
            </a:r>
            <a:r>
              <a:rPr lang="en-US" sz="2400" b="0" i="0" u="none" strike="noStrike" dirty="0">
                <a:effectLst/>
              </a:rPr>
              <a:t> del </a:t>
            </a:r>
            <a:r>
              <a:rPr lang="en-US" sz="2400" b="0" i="0" u="none" strike="noStrike" dirty="0" err="1">
                <a:effectLst/>
              </a:rPr>
              <a:t>mapa</a:t>
            </a:r>
            <a:r>
              <a:rPr lang="en-US" sz="2400" b="0" i="0" u="none" strike="noStrike" dirty="0">
                <a:effectLst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 err="1">
                <a:effectLst/>
              </a:rPr>
              <a:t>Hace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el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juego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más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eficiente</a:t>
            </a:r>
            <a:r>
              <a:rPr lang="en-US" sz="2400" b="0" i="0" u="none" strike="noStrike" dirty="0">
                <a:effectLst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9C7DE0-9E71-8E36-5021-95FEE4DD7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3369" y="3649487"/>
            <a:ext cx="2719917" cy="2556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743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6EBE-708E-9910-4E24-C8E37E047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Perdida de vidas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AF91A-10F7-5228-02DE-BD38F4984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El </a:t>
            </a:r>
            <a:r>
              <a:rPr lang="en-US" sz="2400" dirty="0" err="1"/>
              <a:t>jugador</a:t>
            </a:r>
            <a:r>
              <a:rPr lang="en-US" sz="2400" dirty="0"/>
              <a:t> </a:t>
            </a:r>
            <a:r>
              <a:rPr lang="en-US" sz="2400" dirty="0" err="1"/>
              <a:t>pierde</a:t>
            </a:r>
            <a:r>
              <a:rPr lang="en-US" sz="2400" dirty="0"/>
              <a:t> </a:t>
            </a:r>
            <a:r>
              <a:rPr lang="en-US" sz="2400" dirty="0" err="1"/>
              <a:t>vida</a:t>
            </a:r>
            <a:r>
              <a:rPr lang="en-US" sz="2400" dirty="0"/>
              <a:t> al </a:t>
            </a:r>
            <a:r>
              <a:rPr lang="en-US" sz="2400" dirty="0" err="1"/>
              <a:t>chocar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Puede</a:t>
            </a:r>
            <a:r>
              <a:rPr lang="en-US" sz="2400" dirty="0"/>
              <a:t> ser con </a:t>
            </a:r>
            <a:r>
              <a:rPr lang="en-US" sz="2400" dirty="0" err="1"/>
              <a:t>paredes</a:t>
            </a:r>
            <a:r>
              <a:rPr lang="en-US" sz="2400" dirty="0"/>
              <a:t> o </a:t>
            </a:r>
            <a:r>
              <a:rPr lang="en-US" sz="2400" dirty="0" err="1"/>
              <a:t>enemigo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Regresa</a:t>
            </a:r>
            <a:r>
              <a:rPr lang="en-US" sz="2400" dirty="0"/>
              <a:t> al </a:t>
            </a:r>
            <a:r>
              <a:rPr lang="en-US" sz="2400" dirty="0" err="1"/>
              <a:t>inicio</a:t>
            </a:r>
            <a:r>
              <a:rPr lang="en-US" sz="2400" dirty="0"/>
              <a:t> al </a:t>
            </a:r>
            <a:r>
              <a:rPr lang="en-US" sz="2400" dirty="0" err="1"/>
              <a:t>perder</a:t>
            </a:r>
            <a:r>
              <a:rPr lang="en-US" sz="2400" dirty="0"/>
              <a:t> </a:t>
            </a:r>
            <a:r>
              <a:rPr lang="en-US" sz="2400" dirty="0" err="1"/>
              <a:t>una</a:t>
            </a:r>
            <a:r>
              <a:rPr lang="en-US" sz="2400" dirty="0"/>
              <a:t> </a:t>
            </a:r>
            <a:r>
              <a:rPr lang="en-US" sz="2400" dirty="0" err="1"/>
              <a:t>vidaT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iene</a:t>
            </a:r>
            <a:r>
              <a:rPr lang="en-US" sz="2400" dirty="0"/>
              <a:t> 3 </a:t>
            </a:r>
            <a:r>
              <a:rPr lang="en-US" sz="2400" dirty="0" err="1"/>
              <a:t>vidas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total.</a:t>
            </a:r>
            <a:endParaRPr lang="en-P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DA03A7-4CBE-ADB6-4021-0343A3EAE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5418" y="4901628"/>
            <a:ext cx="1557868" cy="15091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D3F75E-2593-E4A1-A9C9-87045F38F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682" y="4901629"/>
            <a:ext cx="1557868" cy="15091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8A30F6-6453-9472-B90D-EAFB64003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549" y="4901627"/>
            <a:ext cx="1557869" cy="1509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834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05086-1BA5-F7BC-48EE-50190EDBF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Posición del enemigo y “pathfinding”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9842-FF36-BF1A-BFDF-9DBCA1D12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El </a:t>
            </a:r>
            <a:r>
              <a:rPr lang="en-US" sz="2400" dirty="0" err="1"/>
              <a:t>enemigo</a:t>
            </a:r>
            <a:r>
              <a:rPr lang="en-US" sz="2400" dirty="0"/>
              <a:t> </a:t>
            </a:r>
            <a:r>
              <a:rPr lang="en-US" sz="2400" dirty="0" err="1"/>
              <a:t>sigue</a:t>
            </a:r>
            <a:r>
              <a:rPr lang="en-US" sz="2400" dirty="0"/>
              <a:t> al </a:t>
            </a:r>
            <a:r>
              <a:rPr lang="en-US" sz="2400" dirty="0" err="1"/>
              <a:t>jugador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Compara</a:t>
            </a:r>
            <a:r>
              <a:rPr lang="en-US" sz="2400" dirty="0"/>
              <a:t> </a:t>
            </a:r>
            <a:r>
              <a:rPr lang="en-US" sz="2400" dirty="0" err="1"/>
              <a:t>su</a:t>
            </a:r>
            <a:r>
              <a:rPr lang="en-US" sz="2400" dirty="0"/>
              <a:t> </a:t>
            </a:r>
            <a:r>
              <a:rPr lang="en-US" sz="2400" dirty="0" err="1"/>
              <a:t>posición</a:t>
            </a:r>
            <a:r>
              <a:rPr lang="en-US" sz="2400" dirty="0"/>
              <a:t> (X y Y).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mueve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la </a:t>
            </a:r>
            <a:r>
              <a:rPr lang="en-US" sz="2400" dirty="0" err="1"/>
              <a:t>dirección</a:t>
            </a:r>
            <a:r>
              <a:rPr lang="en-US" sz="2400" dirty="0"/>
              <a:t> </a:t>
            </a:r>
            <a:r>
              <a:rPr lang="en-US" sz="2400" dirty="0" err="1"/>
              <a:t>más</a:t>
            </a:r>
            <a:r>
              <a:rPr lang="en-US" sz="2400" dirty="0"/>
              <a:t> </a:t>
            </a:r>
            <a:r>
              <a:rPr lang="en-US" sz="2400" dirty="0" err="1"/>
              <a:t>cercana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Verifica</a:t>
            </a:r>
            <a:r>
              <a:rPr lang="en-US" sz="2400" dirty="0"/>
              <a:t> que no </a:t>
            </a:r>
            <a:r>
              <a:rPr lang="en-US" sz="2400" dirty="0" err="1"/>
              <a:t>choque</a:t>
            </a:r>
            <a:r>
              <a:rPr lang="en-US" sz="2400" dirty="0"/>
              <a:t> con </a:t>
            </a:r>
            <a:r>
              <a:rPr lang="en-US" sz="2400" dirty="0" err="1"/>
              <a:t>paredes</a:t>
            </a:r>
            <a:r>
              <a:rPr lang="en-US" sz="2400" dirty="0"/>
              <a:t>.</a:t>
            </a:r>
            <a:endParaRPr lang="en-P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84098-A05C-DAD7-6318-01A42C84D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929" y="3075959"/>
            <a:ext cx="3587069" cy="3334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42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909E-DEC4-E0E5-DA50-EB27143E5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Movimiento del enemigo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2CD4F-FCBC-C50A-392B-00A4B68F9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El </a:t>
            </a:r>
            <a:r>
              <a:rPr lang="en-US" sz="2400" b="0" i="0" u="none" strike="noStrike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enemigo</a:t>
            </a:r>
            <a:r>
              <a:rPr lang="en-US" sz="2400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sz="2400" b="0" i="0" u="none" strike="noStrike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mueve</a:t>
            </a:r>
            <a:r>
              <a:rPr lang="en-US" sz="2400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forma continua.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igual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jugador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enemigo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controla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velocidad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traves de un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retraso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Aumenta</a:t>
            </a:r>
            <a:r>
              <a:rPr lang="en-US" sz="2400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velocidad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cuando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jugador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mejora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b="0" i="0" u="none" strike="noStrik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A8FF68-E5A7-C60E-7088-244026F99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8250" y="5950857"/>
            <a:ext cx="793750" cy="90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15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BE28-19DD-2F6B-08BB-92D5BF85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/>
              <a:t>Pausa del juego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0FA57-2205-E39F-9C73-3F4FB826D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El </a:t>
            </a:r>
            <a:r>
              <a:rPr lang="en-US" sz="2400" dirty="0" err="1"/>
              <a:t>juego</a:t>
            </a:r>
            <a:r>
              <a:rPr lang="en-US" sz="2400" dirty="0"/>
              <a:t> </a:t>
            </a:r>
            <a:r>
              <a:rPr lang="en-US" sz="2400" dirty="0" err="1"/>
              <a:t>tiene</a:t>
            </a:r>
            <a:r>
              <a:rPr lang="en-US" sz="2400" dirty="0"/>
              <a:t> </a:t>
            </a:r>
            <a:r>
              <a:rPr lang="en-US" sz="2400" dirty="0" err="1"/>
              <a:t>una</a:t>
            </a:r>
            <a:r>
              <a:rPr lang="en-US" sz="2400" dirty="0"/>
              <a:t> </a:t>
            </a:r>
            <a:r>
              <a:rPr lang="en-US" sz="2400" dirty="0" err="1"/>
              <a:t>opción</a:t>
            </a:r>
            <a:r>
              <a:rPr lang="en-US" sz="2400" dirty="0"/>
              <a:t> de </a:t>
            </a:r>
            <a:r>
              <a:rPr lang="en-US" sz="2400" dirty="0" err="1"/>
              <a:t>pausa</a:t>
            </a:r>
            <a:r>
              <a:rPr lang="en-US" sz="2400" dirty="0"/>
              <a:t>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queda</a:t>
            </a:r>
            <a:r>
              <a:rPr lang="en-US" sz="2400" dirty="0"/>
              <a:t> “</a:t>
            </a:r>
            <a:r>
              <a:rPr lang="en-US" sz="2400" dirty="0" err="1"/>
              <a:t>congelado</a:t>
            </a:r>
            <a:r>
              <a:rPr lang="en-US" sz="2400" dirty="0"/>
              <a:t>” hasta que</a:t>
            </a:r>
          </a:p>
          <a:p>
            <a:pPr marL="0" indent="0">
              <a:buNone/>
            </a:pPr>
            <a:r>
              <a:rPr lang="en-US" sz="2400" dirty="0"/>
              <a:t>se quite la </a:t>
            </a:r>
            <a:r>
              <a:rPr lang="en-US" sz="2400" dirty="0" err="1"/>
              <a:t>pausa</a:t>
            </a:r>
            <a:r>
              <a:rPr lang="en-US" sz="2400" dirty="0"/>
              <a:t>.</a:t>
            </a:r>
            <a:endParaRPr lang="en-PR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217A25-8605-2320-41EE-F44F49ACF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504" y="3429000"/>
            <a:ext cx="3187240" cy="298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6655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{8068E191-411D-0F4A-BECB-838A04C8E4F1}tf10001121_mac</Template>
  <TotalTime>611</TotalTime>
  <Words>308</Words>
  <Application>Microsoft Macintosh PowerPoint</Application>
  <PresentationFormat>Widescreen</PresentationFormat>
  <Paragraphs>47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Century Gothic</vt:lpstr>
      <vt:lpstr>Times New Roman</vt:lpstr>
      <vt:lpstr>Wingdings 2</vt:lpstr>
      <vt:lpstr>Quotable</vt:lpstr>
      <vt:lpstr>Architectures and Programming Paradigms for Game Development</vt:lpstr>
      <vt:lpstr>Animación de personaje</vt:lpstr>
      <vt:lpstr>Movimiento de personaje</vt:lpstr>
      <vt:lpstr>Aumento de velocidad del personaje</vt:lpstr>
      <vt:lpstr>Posición de moneda</vt:lpstr>
      <vt:lpstr>Background y compresión</vt:lpstr>
      <vt:lpstr>Perdida de vidas</vt:lpstr>
      <vt:lpstr>Posición del enemigo y “pathfinding”</vt:lpstr>
      <vt:lpstr>Movimiento del enemigo</vt:lpstr>
      <vt:lpstr>Pausa del juego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Architectures and Programming Paradigms for Game Development</dc:title>
  <dc:creator>AARON A LOPEZ-MUNIZ</dc:creator>
  <cp:lastModifiedBy>VALERIA S ALMODOVAR SANTIAGO</cp:lastModifiedBy>
  <cp:revision>5</cp:revision>
  <dcterms:created xsi:type="dcterms:W3CDTF">2026-04-12T23:37:32Z</dcterms:created>
  <dcterms:modified xsi:type="dcterms:W3CDTF">2026-04-13T13:50:27Z</dcterms:modified>
</cp:coreProperties>
</file>